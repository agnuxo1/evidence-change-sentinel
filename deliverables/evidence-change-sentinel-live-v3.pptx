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48c18b2f824e9e" /><Relationship Type="http://schemas.openxmlformats.org/officeDocument/2006/relationships/extended-properties" Target="/docProps/app.xml" Id="R0507189c46a04fc8" /><Relationship Type="http://schemas.openxmlformats.org/officeDocument/2006/relationships/officeDocument" Target="/ppt/presentation.xml" Id="Rf9d324231d5d4dc1" /></Relationships>
</file>

<file path=ppt/presentation.xml><?xml version="1.0" encoding="utf-8"?>
<p:presentation xmlns:p="http://schemas.openxmlformats.org/presentationml/2006/main">
  <p:sldMasterIdLst>
    <p:sldMasterId xmlns:r="http://schemas.openxmlformats.org/officeDocument/2006/relationships" id="2147483648" r:id="R80d4779bcc61428e"/>
  </p:sldMasterIdLst>
  <p:notesMasterIdLst>
    <p:notesMasterId xmlns:r="http://schemas.openxmlformats.org/officeDocument/2006/relationships" r:id="R6c153709646d4c93"/>
  </p:notesMasterIdLst>
  <p:sldIdLst>
    <p:sldId xmlns:r="http://schemas.openxmlformats.org/officeDocument/2006/relationships" id="256" r:id="R0940a5011c0e4fc4"/>
    <p:sldId xmlns:r="http://schemas.openxmlformats.org/officeDocument/2006/relationships" id="257" r:id="Ra24d3c6ec9c74b70"/>
    <p:sldId xmlns:r="http://schemas.openxmlformats.org/officeDocument/2006/relationships" id="258" r:id="R8032a0ceca714182"/>
    <p:sldId xmlns:r="http://schemas.openxmlformats.org/officeDocument/2006/relationships" id="259" r:id="Rb0c4e6d6eb414e39"/>
    <p:sldId xmlns:r="http://schemas.openxmlformats.org/officeDocument/2006/relationships" id="260" r:id="R4612905f8eb44d49"/>
    <p:sldId xmlns:r="http://schemas.openxmlformats.org/officeDocument/2006/relationships" id="261" r:id="Rda2cae78d02240a9"/>
    <p:sldId xmlns:r="http://schemas.openxmlformats.org/officeDocument/2006/relationships" id="262" r:id="Rc3e4a16013ca443e"/>
    <p:sldId xmlns:r="http://schemas.openxmlformats.org/officeDocument/2006/relationships" id="263" r:id="R17586adccd5c438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8e0ceb2854042fc" /><Relationship Type="http://schemas.openxmlformats.org/officeDocument/2006/relationships/slideMaster" Target="/ppt/slideMasters/slideMaster1.xml" Id="R80d4779bcc61428e" /><Relationship Type="http://schemas.openxmlformats.org/officeDocument/2006/relationships/notesMaster" Target="/ppt/notesMasters/notesMaster1.xml" Id="R6c153709646d4c93" /><Relationship Type="http://schemas.openxmlformats.org/officeDocument/2006/relationships/presProps" Target="/ppt/presProps.xml" Id="R75b53898e2b94e39" /><Relationship Type="http://schemas.openxmlformats.org/officeDocument/2006/relationships/tableStyles" Target="/ppt/tableStyles.xml" Id="R7b690ab841564b7b" /><Relationship Type="http://schemas.openxmlformats.org/officeDocument/2006/relationships/slide" Target="/ppt/slides/slide1.xml" Id="R0940a5011c0e4fc4" /><Relationship Type="http://schemas.openxmlformats.org/officeDocument/2006/relationships/slide" Target="/ppt/slides/slide2.xml" Id="Ra24d3c6ec9c74b70" /><Relationship Type="http://schemas.openxmlformats.org/officeDocument/2006/relationships/slide" Target="/ppt/slides/slide3.xml" Id="R8032a0ceca714182" /><Relationship Type="http://schemas.openxmlformats.org/officeDocument/2006/relationships/slide" Target="/ppt/slides/slide4.xml" Id="Rb0c4e6d6eb414e39" /><Relationship Type="http://schemas.openxmlformats.org/officeDocument/2006/relationships/slide" Target="/ppt/slides/slide5.xml" Id="R4612905f8eb44d49" /><Relationship Type="http://schemas.openxmlformats.org/officeDocument/2006/relationships/slide" Target="/ppt/slides/slide6.xml" Id="Rda2cae78d02240a9" /><Relationship Type="http://schemas.openxmlformats.org/officeDocument/2006/relationships/slide" Target="/ppt/slides/slide7.xml" Id="Rc3e4a16013ca443e" /><Relationship Type="http://schemas.openxmlformats.org/officeDocument/2006/relationships/slide" Target="/ppt/slides/slide8.xml" Id="R17586adccd5c43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3be407947544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d855a1c3524835" /><Relationship Type="http://schemas.openxmlformats.org/officeDocument/2006/relationships/notesMaster" Target="/ppt/notesMasters/notesMaster1.xml" Id="Ref6c584bd4394b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43857d97414526" /><Relationship Type="http://schemas.openxmlformats.org/officeDocument/2006/relationships/notesMaster" Target="/ppt/notesMasters/notesMaster1.xml" Id="Re81f133159894d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03297384f7274f1d" /><Relationship Type="http://schemas.openxmlformats.org/officeDocument/2006/relationships/notesMaster" Target="/ppt/notesMasters/notesMaster1.xml" Id="Rf0b9d07a9525426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852a846365e4104" /><Relationship Type="http://schemas.openxmlformats.org/officeDocument/2006/relationships/notesMaster" Target="/ppt/notesMasters/notesMaster1.xml" Id="R9799ec637f7e48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6ca59b782b486c" /><Relationship Type="http://schemas.openxmlformats.org/officeDocument/2006/relationships/notesMaster" Target="/ppt/notesMasters/notesMaster1.xml" Id="Ra90fecf51adc4ec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da951ad5364e10" /><Relationship Type="http://schemas.openxmlformats.org/officeDocument/2006/relationships/notesMaster" Target="/ppt/notesMasters/notesMaster1.xml" Id="R5d049f3ba3504e0f" /></Relationships>
</file>

<file path=ppt/notesSlides/_rels/notesSlide7.xml.rels>&#65279;<?xml version="1.0" encoding="utf-8"?><Relationships xmlns="http://schemas.openxmlformats.org/package/2006/relationships"><Relationship Type="http://schemas.openxmlformats.org/officeDocument/2006/relationships/slide" Target="/ppt/slides/slide7.xml" Id="Re660058fa5204e27" /><Relationship Type="http://schemas.openxmlformats.org/officeDocument/2006/relationships/notesMaster" Target="/ppt/notesMasters/notesMaster1.xml" Id="R2ec05ff8f7714d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38db53d5654719" /><Relationship Type="http://schemas.openxmlformats.org/officeDocument/2006/relationships/notesMaster" Target="/ppt/notesMasters/notesMaster1.xml" Id="R0bca082fd3184d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controlled synthetic fixture, not real-world accuracy. Sources: public repository https://github.com/Agnuxo1/evidence-change-sentinel ; evidence/live-feature-20261023.json (02:21 UTC, four fresh local replies, signed envelopes); evidence/nvidia-local-20261023.json; evidence/signature-verification-20261023.json. CI commit c5c573200daf3e1cf7a0819d1edfc81eac8438e0: https://github.com/Agnuxo1/evidence-change-sentinel/actions/runs/39889886408. H-MEM reference at 1742dec56a66e58eef9dda2d2b865823758ca8cd is pre-existing Apache-2.0 code, not original work. Team concept predates the build window; application code created during the window. Rules amendment: official Isreal Hosana announcement, 22 October 2026 14:30 Europe/Madrid, https://hackathon.genai.works/messages?c=01a01e1c-8ff8-7c95-8191-618849846e28 ; Cursor is optional, any AI coding tool permitted, one operational Meterless Engine still required. Source authored with Codex. No Nemotron prize claim or completed HackOS submission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controlled synthetic fixture, not real-world accuracy. Sources: public repository https://github.com/Agnuxo1/evidence-change-sentinel ; evidence/live-feature-20261023.json (02:21 UTC, four fresh local replies, signed envelopes); evidence/nvidia-local-20261023.json; evidence/signature-verification-20261023.json. CI commit c5c573200daf3e1cf7a0819d1edfc81eac8438e0: https://github.com/Agnuxo1/evidence-change-sentinel/actions/runs/39889886408. H-MEM reference at 1742dec56a66e58eef9dda2d2b865823758ca8cd is pre-existing Apache-2.0 code, not original work. Team concept predates the build window; application code created during the window. Rules amendment: official Isreal Hosana announcement, 22 October 2026 14:30 Europe/Madrid, https://hackathon.genai.works/messages?c=01a01e1c-8ff8-7c95-8191-618849846e28 ; Cursor is optional, any AI coding tool permitted, one operational Meterless Engine still required. Source authored with Codex. No Nemotron prize claim or completed HackOS submission claim.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controlled synthetic fixture, not real-world accuracy. Sources: public repository https://github.com/Agnuxo1/evidence-change-sentinel ; evidence/live-feature-20261023.json (02:21 UTC, four fresh local replies, signed envelopes); evidence/nvidia-local-20261023.json; evidence/signature-verification-20261023.json. CI commit c5c573200daf3e1cf7a0819d1edfc81eac8438e0: https://github.com/Agnuxo1/evidence-change-sentinel/actions/runs/39889886408. H-MEM reference at 1742dec56a66e58eef9dda2d2b865823758ca8cd is pre-existing Apache-2.0 code, not original work. Team concept predates the build window; application code created during the window. Rules amendment: official Isreal Hosana announcement, 22 October 2026 14:30 Europe/Madrid, https://hackathon.genai.works/messages?c=01a01e1c-8ff8-7c95-8191-618849846e28 ; Cursor is optional, any AI coding tool permitted, one operational Meterless Engine still required. Source authored with Codex. No Nemotron prize claim or completed HackOS submission claim.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controlled synthetic fixture, not real-world accuracy. Sources: public repository https://github.com/Agnuxo1/evidence-change-sentinel ; evidence/live-feature-20261023.json (02:21 UTC, four fresh local replies, signed envelopes); evidence/nvidia-local-20261023.json; evidence/signature-verification-20261023.json. CI commit c5c573200daf3e1cf7a0819d1edfc81eac8438e0: https://github.com/Agnuxo1/evidence-change-sentinel/actions/runs/39889886408. H-MEM reference at 1742dec56a66e58eef9dda2d2b865823758ca8cd is pre-existing Apache-2.0 code, not original work. Team concept predates the build window; application code created during the window. Rules amendment: official Isreal Hosana announcement, 22 October 2026 14:30 Europe/Madrid, https://hackathon.genai.works/messages?c=01a01e1c-8ff8-7c95-8191-618849846e28 ; Cursor is optional, any AI coding tool permitted, one operational Meterless Engine still required. Source authored with Codex. No Nemotron prize claim or completed HackOS submission claim. Actual authenticated local UI, captured 22 October; the same view was queried by the verified live run on 23 October. All source URLs and clauses are explicitly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controlled synthetic fixture, not real-world accuracy. Sources: public repository https://github.com/Agnuxo1/evidence-change-sentinel ; evidence/live-feature-20261023.json (02:21 UTC, four fresh local replies, signed envelopes); evidence/nvidia-local-20261023.json; evidence/signature-verification-20261023.json. CI commit c5c573200daf3e1cf7a0819d1edfc81eac8438e0: https://github.com/Agnuxo1/evidence-change-sentinel/actions/runs/39889886408. H-MEM reference at 1742dec56a66e58eef9dda2d2b865823758ca8cd is pre-existing Apache-2.0 code, not original work. Team concept predates the build window; application code created during the window. Rules amendment: official Isreal Hosana announcement, 22 October 2026 14:30 Europe/Madrid, https://hackathon.genai.works/messages?c=01a01e1c-8ff8-7c95-8191-618849846e28 ; Cursor is optional, any AI coding tool permitted, one operational Meterless Engine still required. Source authored with Codex. No Nemotron prize claim or completed HackOS submission claim. Actual browser UI execution on 23 October in live mode against Zetaris and Nightshift. Result: one affected requirement, two preserved, one changed decision, zero human-review items; four H-MEM records and twelve ledger events.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controlled synthetic fixture, not real-world accuracy. Sources: public repository https://github.com/Agnuxo1/evidence-change-sentinel ; evidence/live-feature-20261023.json (02:21 UTC, four fresh local replies, signed envelopes); evidence/nvidia-local-20261023.json; evidence/signature-verification-20261023.json. CI commit c5c573200daf3e1cf7a0819d1edfc81eac8438e0: https://github.com/Agnuxo1/evidence-change-sentinel/actions/runs/39889886408. H-MEM reference at 1742dec56a66e58eef9dda2d2b865823758ca8cd is pre-existing Apache-2.0 code, not original work. Team concept predates the build window; application code created during the window. Rules amendment: official Isreal Hosana announcement, 22 October 2026 14:30 Europe/Madrid, https://hackathon.genai.works/messages?c=01a01e1c-8ff8-7c95-8191-618849846e28 ; Cursor is optional, any AI coding tool permitted, one operational Meterless Engine still required. Source authored with Codex. No Nemotron prize claim or completed HackOS submission claim.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controlled synthetic fixture, not real-world accuracy. Sources: public repository https://github.com/Agnuxo1/evidence-change-sentinel ; evidence/live-feature-20261023.json (02:21 UTC, four fresh local replies, signed envelopes); evidence/nvidia-local-20261023.json; evidence/signature-verification-20261023.json. CI commit c5c573200daf3e1cf7a0819d1edfc81eac8438e0: https://github.com/Agnuxo1/evidence-change-sentinel/actions/runs/39889886408. H-MEM reference at 1742dec56a66e58eef9dda2d2b865823758ca8cd is pre-existing Apache-2.0 code, not original work. Team concept predates the build window; application code created during the window. Rules amendment: official Isreal Hosana announcement, 22 October 2026 14:30 Europe/Madrid, https://hackathon.genai.works/messages?c=01a01e1c-8ff8-7c95-8191-618849846e28 ; Cursor is optional, any AI coding tool permitted, one operational Meterless Engine still required. Source authored with Codex. No Nemotron prize claim or completed HackOS submission claim.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controlled synthetic fixture, not real-world accuracy. Sources: public repository https://github.com/Agnuxo1/evidence-change-sentinel ; evidence/live-feature-20261023.json (02:21 UTC, four fresh local replies, signed envelopes); evidence/nvidia-local-20261023.json; evidence/signature-verification-20261023.json. CI commit c5c573200daf3e1cf7a0819d1edfc81eac8438e0: https://github.com/Agnuxo1/evidence-change-sentinel/actions/runs/39889886408. H-MEM reference at 1742dec56a66e58eef9dda2d2b865823758ca8cd is pre-existing Apache-2.0 code, not original work. Team concept predates the build window; application code created during the window. Rules amendment: official Isreal Hosana announcement, 22 October 2026 14:30 Europe/Madrid, https://hackathon.genai.works/messages?c=01a01e1c-8ff8-7c95-8191-618849846e28 ; Cursor is optional, any AI coding tool permitted, one operational Meterless Engine still required. Source authored with Codex. No Nemotron prize claim or completed HackOS submission claim.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749b4bad6234a8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2a485ef999941f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4af7ad076d04b4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94b01a524ca438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bb4183dda8a402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236c0107747487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82B846-AFD0-4FBD-A8AB-3E8029F2880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C710442-2F5A-4FA0-A5E8-EC489B61EC7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5BFE102-F70D-4A1D-8C30-825F3EFB8DC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608DE1-61DD-4B55-AD5C-64AF57EC72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9B9E1EB-DA1E-40B1-A1DD-625A49F4F6F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BA89881-26F2-474E-AD30-027F6ACF11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1F54C7-9CD8-401D-AB8F-D455FC2C155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D3BB00C-5391-4BE9-BEDF-D4B9AC7EE0C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622BEA-DFFE-4BDE-A61C-2AEF75FA391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1F9DB29-4FB1-4F56-BD3B-C738419FC71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10e199be744be6" /><Relationship Type="http://schemas.openxmlformats.org/officeDocument/2006/relationships/slideLayout" Target="/ppt/slideLayouts/slideLayout1.xml" Id="Rce362b2143c14975" /><Relationship Type="http://schemas.openxmlformats.org/officeDocument/2006/relationships/slideLayout" Target="/ppt/slideLayouts/slideLayout2.xml" Id="R2274f1959117468f" /><Relationship Type="http://schemas.openxmlformats.org/officeDocument/2006/relationships/slideLayout" Target="/ppt/slideLayouts/slideLayout3.xml" Id="Rc051c98951a549d3" /><Relationship Type="http://schemas.openxmlformats.org/officeDocument/2006/relationships/slideLayout" Target="/ppt/slideLayouts/slideLayout4.xml" Id="Rc694626068e14345" /><Relationship Type="http://schemas.openxmlformats.org/officeDocument/2006/relationships/slideLayout" Target="/ppt/slideLayouts/slideLayout5.xml" Id="R26db6969a14a4e32" /><Relationship Type="http://schemas.openxmlformats.org/officeDocument/2006/relationships/slideLayout" Target="/ppt/slideLayouts/slideLayout6.xml" Id="Rc89a6db8ef104a6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362b2143c14975"/>
    <p:sldLayoutId xmlns:r="http://schemas.openxmlformats.org/officeDocument/2006/relationships" id="2147483650" r:id="R2274f1959117468f"/>
    <p:sldLayoutId xmlns:r="http://schemas.openxmlformats.org/officeDocument/2006/relationships" id="2147483651" r:id="Rc051c98951a549d3"/>
    <p:sldLayoutId xmlns:r="http://schemas.openxmlformats.org/officeDocument/2006/relationships" id="2147483652" r:id="Rc694626068e14345"/>
    <p:sldLayoutId xmlns:r="http://schemas.openxmlformats.org/officeDocument/2006/relationships" id="2147483653" r:id="R26db6969a14a4e32"/>
    <p:sldLayoutId xmlns:r="http://schemas.openxmlformats.org/officeDocument/2006/relationships" id="2147483654" r:id="Rc89a6db8ef104a6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1e3e6f055194651" /><Relationship Type="http://schemas.openxmlformats.org/officeDocument/2006/relationships/notesSlide" Target="/ppt/notesSlides/notesSlide1.xml" Id="R741303e212c042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92ebbe9d0fb4a67" /><Relationship Type="http://schemas.openxmlformats.org/officeDocument/2006/relationships/notesSlide" Target="/ppt/notesSlides/notesSlide2.xml" Id="R095774eed0e34c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b8cb2dfe3b04f75" /><Relationship Type="http://schemas.openxmlformats.org/officeDocument/2006/relationships/notesSlide" Target="/ppt/notesSlides/notesSlide3.xml" Id="Rb6b3c4f4782f47a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5e426265c894046" /><Relationship Type="http://schemas.openxmlformats.org/officeDocument/2006/relationships/image" Target="/ppt/media/image.jpeg" Id="Reb74aed37c5c4705" /><Relationship Type="http://schemas.openxmlformats.org/officeDocument/2006/relationships/notesSlide" Target="/ppt/notesSlides/notesSlide4.xml" Id="Re8e341f96561461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7d8808738974253" /><Relationship Type="http://schemas.openxmlformats.org/officeDocument/2006/relationships/image" Target="/ppt/media/image2.jpeg" Id="Rc2e190b83beb4762" /><Relationship Type="http://schemas.openxmlformats.org/officeDocument/2006/relationships/notesSlide" Target="/ppt/notesSlides/notesSlide5.xml" Id="Re4bbfc3f296b41e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3575bc9da2145f1" /><Relationship Type="http://schemas.openxmlformats.org/officeDocument/2006/relationships/notesSlide" Target="/ppt/notesSlides/notesSlide6.xml" Id="Rbfb97041331f44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309e23c27d34ddb" /><Relationship Type="http://schemas.openxmlformats.org/officeDocument/2006/relationships/notesSlide" Target="/ppt/notesSlides/notesSlide7.xml" Id="R43f471453a08494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fbb39d94c344169" /><Relationship Type="http://schemas.openxmlformats.org/officeDocument/2006/relationships/notesSlide" Target="/ppt/notesSlides/notesSlide8.xml" Id="R065f868bf1f6471b" /></Relationships>
</file>

<file path=ppt/slides/slide1.xml><?xml version="1.0" encoding="utf-8"?>
<p:sld xmlns:p="http://schemas.openxmlformats.org/presentationml/2006/main">
  <p:cSld>
    <p:bg>
      <p:bgPr>
        <a:solidFill xmlns:a="http://schemas.openxmlformats.org/drawingml/2006/main">
          <a:srgbClr val="16303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8D16272-F9EF-44EF-BB49-F4E748FD38B7}"/>
              </a:ext>
            </a:extLst>
          </p:cNvPr>
          <p:cNvSpPr>
            <a:spLocks xmlns:a="http://schemas.openxmlformats.org/drawingml/2006/main" noGrp="1"/>
          </p:cNvSpPr>
          <p:nvPr/>
        </p:nvSpPr>
        <p:spPr>
          <a:xfrm xmlns:a="http://schemas.openxmlformats.org/drawingml/2006/main">
            <a:off x="609600" y="1190625"/>
            <a:ext cx="109728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FFFFFF"/>
                </a:solidFill>
                <a:latin typeface="Arial"/>
                <a:ea typeface="Arial"/>
                <a:cs typeface="Arial"/>
              </a:defRPr>
            </a:defPPr>
            <a:lvl1pPr>
              <a:defRPr sz="5700" b="1">
                <a:solidFill>
                  <a:srgbClr val="FFFFFF"/>
                </a:solidFill>
                <a:latin typeface="Arial"/>
                <a:ea typeface="Arial"/>
                <a:cs typeface="Arial"/>
              </a:defRPr>
            </a:lvl1pPr>
            <a:lvl2pPr>
              <a:defRPr sz="5700" b="1">
                <a:solidFill>
                  <a:srgbClr val="FFFFFF"/>
                </a:solidFill>
                <a:latin typeface="Arial"/>
                <a:ea typeface="Arial"/>
                <a:cs typeface="Arial"/>
              </a:defRPr>
            </a:lvl2pPr>
            <a:lvl3pPr>
              <a:defRPr sz="5700" b="1">
                <a:solidFill>
                  <a:srgbClr val="FFFFFF"/>
                </a:solidFill>
                <a:latin typeface="Arial"/>
                <a:ea typeface="Arial"/>
                <a:cs typeface="Arial"/>
              </a:defRPr>
            </a:lvl3pPr>
            <a:lvl4pPr>
              <a:defRPr sz="5700" b="1">
                <a:solidFill>
                  <a:srgbClr val="FFFFFF"/>
                </a:solidFill>
                <a:latin typeface="Arial"/>
                <a:ea typeface="Arial"/>
                <a:cs typeface="Arial"/>
              </a:defRPr>
            </a:lvl4pPr>
            <a:lvl5pPr>
              <a:defRPr sz="5700" b="1">
                <a:solidFill>
                  <a:srgbClr val="FFFFFF"/>
                </a:solidFill>
                <a:latin typeface="Arial"/>
                <a:ea typeface="Arial"/>
                <a:cs typeface="Arial"/>
              </a:defRPr>
            </a:lvl5pPr>
            <a:lvl6pPr>
              <a:defRPr sz="5700" b="1">
                <a:solidFill>
                  <a:srgbClr val="FFFFFF"/>
                </a:solidFill>
                <a:latin typeface="Arial"/>
                <a:ea typeface="Arial"/>
                <a:cs typeface="Arial"/>
              </a:defRPr>
            </a:lvl6pPr>
            <a:lvl7pPr>
              <a:defRPr sz="5700" b="1">
                <a:solidFill>
                  <a:srgbClr val="FFFFFF"/>
                </a:solidFill>
                <a:latin typeface="Arial"/>
                <a:ea typeface="Arial"/>
                <a:cs typeface="Arial"/>
              </a:defRPr>
            </a:lvl7pPr>
            <a:lvl8pPr>
              <a:defRPr sz="5700" b="1">
                <a:solidFill>
                  <a:srgbClr val="FFFFFF"/>
                </a:solidFill>
                <a:latin typeface="Arial"/>
                <a:ea typeface="Arial"/>
                <a:cs typeface="Arial"/>
              </a:defRPr>
            </a:lvl8pPr>
            <a:lvl9pPr>
              <a:defRPr sz="5700" b="1">
                <a:solidFill>
                  <a:srgbClr val="FFFFFF"/>
                </a:solidFill>
                <a:latin typeface="Arial"/>
                <a:ea typeface="Arial"/>
                <a:cs typeface="Arial"/>
              </a:defRPr>
            </a:lvl9pPr>
          </a:lstStyle>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Evidence Change</a:t>
            </a:r>
          </a:p>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Sentinel</a:t>
            </a:r>
          </a:p>
        </p:txBody>
      </p:sp>
      <p:sp>
        <p:nvSpPr>
          <p:cNvPr id="2" name="">
            <a:extLst xmlns:a="http://schemas.openxmlformats.org/drawingml/2006/main">
              <a:ext uri="{FF2B5EF4-FFF2-40B4-BE49-F238E27FC236}">
                <a16:creationId xmlns:a16="http://schemas.microsoft.com/office/drawing/2014/main" id="{D5726474-C4BD-4E1C-873C-78024EE83CFA}"/>
              </a:ext>
            </a:extLst>
          </p:cNvPr>
          <p:cNvSpPr>
            <a:spLocks xmlns:a="http://schemas.openxmlformats.org/drawingml/2006/main" noGrp="1"/>
          </p:cNvSpPr>
          <p:nvPr/>
        </p:nvSpPr>
        <p:spPr>
          <a:xfrm xmlns:a="http://schemas.openxmlformats.org/drawingml/2006/main">
            <a:off x="647700" y="37147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D9E6DF"/>
                </a:solidFill>
                <a:latin typeface="Arial"/>
                <a:ea typeface="Arial"/>
                <a:cs typeface="Arial"/>
              </a:defRPr>
            </a:defPPr>
            <a:lvl1pPr>
              <a:defRPr sz="2550" b="0">
                <a:solidFill>
                  <a:srgbClr val="D9E6DF"/>
                </a:solidFill>
                <a:latin typeface="Arial"/>
                <a:ea typeface="Arial"/>
                <a:cs typeface="Arial"/>
              </a:defRPr>
            </a:lvl1pPr>
            <a:lvl2pPr>
              <a:defRPr sz="2550" b="0">
                <a:solidFill>
                  <a:srgbClr val="D9E6DF"/>
                </a:solidFill>
                <a:latin typeface="Arial"/>
                <a:ea typeface="Arial"/>
                <a:cs typeface="Arial"/>
              </a:defRPr>
            </a:lvl2pPr>
            <a:lvl3pPr>
              <a:defRPr sz="2550" b="0">
                <a:solidFill>
                  <a:srgbClr val="D9E6DF"/>
                </a:solidFill>
                <a:latin typeface="Arial"/>
                <a:ea typeface="Arial"/>
                <a:cs typeface="Arial"/>
              </a:defRPr>
            </a:lvl3pPr>
            <a:lvl4pPr>
              <a:defRPr sz="2550" b="0">
                <a:solidFill>
                  <a:srgbClr val="D9E6DF"/>
                </a:solidFill>
                <a:latin typeface="Arial"/>
                <a:ea typeface="Arial"/>
                <a:cs typeface="Arial"/>
              </a:defRPr>
            </a:lvl4pPr>
            <a:lvl5pPr>
              <a:defRPr sz="2550" b="0">
                <a:solidFill>
                  <a:srgbClr val="D9E6DF"/>
                </a:solidFill>
                <a:latin typeface="Arial"/>
                <a:ea typeface="Arial"/>
                <a:cs typeface="Arial"/>
              </a:defRPr>
            </a:lvl5pPr>
            <a:lvl6pPr>
              <a:defRPr sz="2550" b="0">
                <a:solidFill>
                  <a:srgbClr val="D9E6DF"/>
                </a:solidFill>
                <a:latin typeface="Arial"/>
                <a:ea typeface="Arial"/>
                <a:cs typeface="Arial"/>
              </a:defRPr>
            </a:lvl6pPr>
            <a:lvl7pPr>
              <a:defRPr sz="2550" b="0">
                <a:solidFill>
                  <a:srgbClr val="D9E6DF"/>
                </a:solidFill>
                <a:latin typeface="Arial"/>
                <a:ea typeface="Arial"/>
                <a:cs typeface="Arial"/>
              </a:defRPr>
            </a:lvl7pPr>
            <a:lvl8pPr>
              <a:defRPr sz="2550" b="0">
                <a:solidFill>
                  <a:srgbClr val="D9E6DF"/>
                </a:solidFill>
                <a:latin typeface="Arial"/>
                <a:ea typeface="Arial"/>
                <a:cs typeface="Arial"/>
              </a:defRPr>
            </a:lvl8pPr>
            <a:lvl9pPr>
              <a:defRPr sz="2550" b="0">
                <a:solidFill>
                  <a:srgbClr val="D9E6DF"/>
                </a:solidFill>
                <a:latin typeface="Arial"/>
                <a:ea typeface="Arial"/>
                <a:cs typeface="Arial"/>
              </a:defRPr>
            </a:lvl9pPr>
          </a:lstStyle>
          <a:p xmlns:a="http://schemas.openxmlformats.org/drawingml/2006/main">
            <a:pPr>
              <a:defRPr sz="2550" b="0">
                <a:solidFill>
                  <a:srgbClr val="D9E6DF"/>
                </a:solidFill>
                <a:latin typeface="Arial"/>
                <a:ea typeface="Arial"/>
                <a:cs typeface="Arial"/>
              </a:defRPr>
            </a:pPr>
            <a:r>
              <a:rPr sz="2550" b="0">
                <a:solidFill>
                  <a:srgbClr val="D9E6DF"/>
                </a:solidFill>
                <a:latin typeface="Arial"/>
                <a:ea typeface="Arial"/>
                <a:cs typeface="Arial"/>
              </a:rPr>
              <a:t>Trace a changed assessment to the evidence behind it</a:t>
            </a:r>
          </a:p>
        </p:txBody>
      </p:sp>
      <p:sp>
        <p:nvSpPr>
          <p:cNvPr id="3" name="">
            <a:extLst xmlns:a="http://schemas.openxmlformats.org/drawingml/2006/main">
              <a:ext uri="{FF2B5EF4-FFF2-40B4-BE49-F238E27FC236}">
                <a16:creationId xmlns:a16="http://schemas.microsoft.com/office/drawing/2014/main" id="{AD08EC37-5356-4EDA-97CC-771DBA24DAF0}"/>
              </a:ext>
            </a:extLst>
          </p:cNvPr>
          <p:cNvSpPr>
            <a:spLocks xmlns:a="http://schemas.openxmlformats.org/drawingml/2006/main" noGrp="1"/>
          </p:cNvSpPr>
          <p:nvPr/>
        </p:nvSpPr>
        <p:spPr>
          <a:xfrm xmlns:a="http://schemas.openxmlformats.org/drawingml/2006/main">
            <a:off x="647700" y="50482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FFFFFF"/>
                </a:solidFill>
                <a:latin typeface="Arial"/>
                <a:ea typeface="Arial"/>
                <a:cs typeface="Arial"/>
              </a:defRPr>
            </a:defPPr>
            <a:lvl1pPr>
              <a:defRPr sz="1875" b="0">
                <a:solidFill>
                  <a:srgbClr val="FFFFFF"/>
                </a:solidFill>
                <a:latin typeface="Arial"/>
                <a:ea typeface="Arial"/>
                <a:cs typeface="Arial"/>
              </a:defRPr>
            </a:lvl1pPr>
            <a:lvl2pPr>
              <a:defRPr sz="1875" b="0">
                <a:solidFill>
                  <a:srgbClr val="FFFFFF"/>
                </a:solidFill>
                <a:latin typeface="Arial"/>
                <a:ea typeface="Arial"/>
                <a:cs typeface="Arial"/>
              </a:defRPr>
            </a:lvl2pPr>
            <a:lvl3pPr>
              <a:defRPr sz="1875" b="0">
                <a:solidFill>
                  <a:srgbClr val="FFFFFF"/>
                </a:solidFill>
                <a:latin typeface="Arial"/>
                <a:ea typeface="Arial"/>
                <a:cs typeface="Arial"/>
              </a:defRPr>
            </a:lvl3pPr>
            <a:lvl4pPr>
              <a:defRPr sz="1875" b="0">
                <a:solidFill>
                  <a:srgbClr val="FFFFFF"/>
                </a:solidFill>
                <a:latin typeface="Arial"/>
                <a:ea typeface="Arial"/>
                <a:cs typeface="Arial"/>
              </a:defRPr>
            </a:lvl4pPr>
            <a:lvl5pPr>
              <a:defRPr sz="1875" b="0">
                <a:solidFill>
                  <a:srgbClr val="FFFFFF"/>
                </a:solidFill>
                <a:latin typeface="Arial"/>
                <a:ea typeface="Arial"/>
                <a:cs typeface="Arial"/>
              </a:defRPr>
            </a:lvl5pPr>
            <a:lvl6pPr>
              <a:defRPr sz="1875" b="0">
                <a:solidFill>
                  <a:srgbClr val="FFFFFF"/>
                </a:solidFill>
                <a:latin typeface="Arial"/>
                <a:ea typeface="Arial"/>
                <a:cs typeface="Arial"/>
              </a:defRPr>
            </a:lvl6pPr>
            <a:lvl7pPr>
              <a:defRPr sz="1875" b="0">
                <a:solidFill>
                  <a:srgbClr val="FFFFFF"/>
                </a:solidFill>
                <a:latin typeface="Arial"/>
                <a:ea typeface="Arial"/>
                <a:cs typeface="Arial"/>
              </a:defRPr>
            </a:lvl7pPr>
            <a:lvl8pPr>
              <a:defRPr sz="1875" b="0">
                <a:solidFill>
                  <a:srgbClr val="FFFFFF"/>
                </a:solidFill>
                <a:latin typeface="Arial"/>
                <a:ea typeface="Arial"/>
                <a:cs typeface="Arial"/>
              </a:defRPr>
            </a:lvl8pPr>
            <a:lvl9pPr>
              <a:defRPr sz="1875" b="0">
                <a:solidFill>
                  <a:srgbClr val="FFFFFF"/>
                </a:solidFill>
                <a:latin typeface="Arial"/>
                <a:ea typeface="Arial"/>
                <a:cs typeface="Arial"/>
              </a:defRPr>
            </a:lvl9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Francisco Angulo de Lafuente · Solo · Track 02</a:t>
            </a:r>
          </a:p>
        </p:txBody>
      </p:sp>
      <p:sp>
        <p:nvSpPr>
          <p:cNvPr id="4" name="">
            <a:extLst xmlns:a="http://schemas.openxmlformats.org/drawingml/2006/main">
              <a:ext uri="{FF2B5EF4-FFF2-40B4-BE49-F238E27FC236}">
                <a16:creationId xmlns:a16="http://schemas.microsoft.com/office/drawing/2014/main" id="{AB82CD72-DB34-40AF-84E5-9D5183F221F4}"/>
              </a:ext>
            </a:extLst>
          </p:cNvPr>
          <p:cNvSpPr>
            <a:spLocks xmlns:a="http://schemas.openxmlformats.org/drawingml/2006/main" noGrp="1"/>
          </p:cNvSpPr>
          <p:nvPr/>
        </p:nvSpPr>
        <p:spPr>
          <a:xfrm xmlns:a="http://schemas.openxmlformats.org/drawingml/2006/main">
            <a:off x="647700" y="57340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F1D594"/>
                </a:solidFill>
                <a:latin typeface="Arial"/>
                <a:ea typeface="Arial"/>
                <a:cs typeface="Arial"/>
              </a:defRPr>
            </a:defPPr>
            <a:lvl1pPr>
              <a:defRPr sz="1725" b="0">
                <a:solidFill>
                  <a:srgbClr val="F1D594"/>
                </a:solidFill>
                <a:latin typeface="Arial"/>
                <a:ea typeface="Arial"/>
                <a:cs typeface="Arial"/>
              </a:defRPr>
            </a:lvl1pPr>
            <a:lvl2pPr>
              <a:defRPr sz="1725" b="0">
                <a:solidFill>
                  <a:srgbClr val="F1D594"/>
                </a:solidFill>
                <a:latin typeface="Arial"/>
                <a:ea typeface="Arial"/>
                <a:cs typeface="Arial"/>
              </a:defRPr>
            </a:lvl2pPr>
            <a:lvl3pPr>
              <a:defRPr sz="1725" b="0">
                <a:solidFill>
                  <a:srgbClr val="F1D594"/>
                </a:solidFill>
                <a:latin typeface="Arial"/>
                <a:ea typeface="Arial"/>
                <a:cs typeface="Arial"/>
              </a:defRPr>
            </a:lvl3pPr>
            <a:lvl4pPr>
              <a:defRPr sz="1725" b="0">
                <a:solidFill>
                  <a:srgbClr val="F1D594"/>
                </a:solidFill>
                <a:latin typeface="Arial"/>
                <a:ea typeface="Arial"/>
                <a:cs typeface="Arial"/>
              </a:defRPr>
            </a:lvl4pPr>
            <a:lvl5pPr>
              <a:defRPr sz="1725" b="0">
                <a:solidFill>
                  <a:srgbClr val="F1D594"/>
                </a:solidFill>
                <a:latin typeface="Arial"/>
                <a:ea typeface="Arial"/>
                <a:cs typeface="Arial"/>
              </a:defRPr>
            </a:lvl5pPr>
            <a:lvl6pPr>
              <a:defRPr sz="1725" b="0">
                <a:solidFill>
                  <a:srgbClr val="F1D594"/>
                </a:solidFill>
                <a:latin typeface="Arial"/>
                <a:ea typeface="Arial"/>
                <a:cs typeface="Arial"/>
              </a:defRPr>
            </a:lvl6pPr>
            <a:lvl7pPr>
              <a:defRPr sz="1725" b="0">
                <a:solidFill>
                  <a:srgbClr val="F1D594"/>
                </a:solidFill>
                <a:latin typeface="Arial"/>
                <a:ea typeface="Arial"/>
                <a:cs typeface="Arial"/>
              </a:defRPr>
            </a:lvl7pPr>
            <a:lvl8pPr>
              <a:defRPr sz="1725" b="0">
                <a:solidFill>
                  <a:srgbClr val="F1D594"/>
                </a:solidFill>
                <a:latin typeface="Arial"/>
                <a:ea typeface="Arial"/>
                <a:cs typeface="Arial"/>
              </a:defRPr>
            </a:lvl8pPr>
            <a:lvl9pPr>
              <a:defRPr sz="1725" b="0">
                <a:solidFill>
                  <a:srgbClr val="F1D594"/>
                </a:solidFill>
                <a:latin typeface="Arial"/>
                <a:ea typeface="Arial"/>
                <a:cs typeface="Arial"/>
              </a:defRPr>
            </a:lvl9pPr>
          </a:lstStyle>
          <a:p xmlns:a="http://schemas.openxmlformats.org/drawingml/2006/main">
            <a:pPr>
              <a:defRPr sz="1725" b="0">
                <a:solidFill>
                  <a:srgbClr val="F1D594"/>
                </a:solidFill>
                <a:latin typeface="Arial"/>
                <a:ea typeface="Arial"/>
                <a:cs typeface="Arial"/>
              </a:defRPr>
            </a:pPr>
            <a:r>
              <a:rPr sz="1725" b="0">
                <a:solidFill>
                  <a:srgbClr val="F1D594"/>
                </a:solidFill>
                <a:latin typeface="Arial"/>
                <a:ea typeface="Arial"/>
                <a:cs typeface="Arial"/>
              </a:rPr>
              <a:t>Verified local sponsor workflow · Synthetic data · 23 October 2026</a:t>
            </a:r>
          </a:p>
        </p:txBody>
      </p:sp>
    </p:spTree>
    <p:extLst>
      <p:ext uri="{BB962C8B-B14F-4D97-AF65-F5344CB8AC3E}">
        <p14:creationId xmlns:p14="http://schemas.microsoft.com/office/powerpoint/2010/main" val="1939600159"/>
      </p:ext>
    </p:extLst>
  </p:cSld>
</p:sld>
</file>

<file path=ppt/slides/slide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BA33E7D-8496-4AF7-99FC-8BB5CB05F921}"/>
              </a:ext>
            </a:extLst>
          </p:cNvPr>
          <p:cNvSpPr>
            <a:spLocks xmlns:a="http://schemas.openxmlformats.org/drawingml/2006/main" noGrp="1"/>
          </p:cNvSpPr>
          <p:nvPr/>
        </p:nvSpPr>
        <p:spPr>
          <a:xfrm xmlns:a="http://schemas.openxmlformats.org/drawingml/2006/main">
            <a:off x="609600" y="4286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03C"/>
                </a:solidFill>
                <a:latin typeface="Arial"/>
                <a:ea typeface="Arial"/>
                <a:cs typeface="Arial"/>
              </a:defRPr>
            </a:defPPr>
            <a:lvl1pPr>
              <a:defRPr sz="3300" b="1">
                <a:solidFill>
                  <a:srgbClr val="16303C"/>
                </a:solidFill>
                <a:latin typeface="Arial"/>
                <a:ea typeface="Arial"/>
                <a:cs typeface="Arial"/>
              </a:defRPr>
            </a:lvl1pPr>
            <a:lvl2pPr>
              <a:defRPr sz="3300" b="1">
                <a:solidFill>
                  <a:srgbClr val="16303C"/>
                </a:solidFill>
                <a:latin typeface="Arial"/>
                <a:ea typeface="Arial"/>
                <a:cs typeface="Arial"/>
              </a:defRPr>
            </a:lvl2pPr>
            <a:lvl3pPr>
              <a:defRPr sz="3300" b="1">
                <a:solidFill>
                  <a:srgbClr val="16303C"/>
                </a:solidFill>
                <a:latin typeface="Arial"/>
                <a:ea typeface="Arial"/>
                <a:cs typeface="Arial"/>
              </a:defRPr>
            </a:lvl3pPr>
            <a:lvl4pPr>
              <a:defRPr sz="3300" b="1">
                <a:solidFill>
                  <a:srgbClr val="16303C"/>
                </a:solidFill>
                <a:latin typeface="Arial"/>
                <a:ea typeface="Arial"/>
                <a:cs typeface="Arial"/>
              </a:defRPr>
            </a:lvl4pPr>
            <a:lvl5pPr>
              <a:defRPr sz="3300" b="1">
                <a:solidFill>
                  <a:srgbClr val="16303C"/>
                </a:solidFill>
                <a:latin typeface="Arial"/>
                <a:ea typeface="Arial"/>
                <a:cs typeface="Arial"/>
              </a:defRPr>
            </a:lvl5pPr>
            <a:lvl6pPr>
              <a:defRPr sz="3300" b="1">
                <a:solidFill>
                  <a:srgbClr val="16303C"/>
                </a:solidFill>
                <a:latin typeface="Arial"/>
                <a:ea typeface="Arial"/>
                <a:cs typeface="Arial"/>
              </a:defRPr>
            </a:lvl6pPr>
            <a:lvl7pPr>
              <a:defRPr sz="3300" b="1">
                <a:solidFill>
                  <a:srgbClr val="16303C"/>
                </a:solidFill>
                <a:latin typeface="Arial"/>
                <a:ea typeface="Arial"/>
                <a:cs typeface="Arial"/>
              </a:defRPr>
            </a:lvl7pPr>
            <a:lvl8pPr>
              <a:defRPr sz="3300" b="1">
                <a:solidFill>
                  <a:srgbClr val="16303C"/>
                </a:solidFill>
                <a:latin typeface="Arial"/>
                <a:ea typeface="Arial"/>
                <a:cs typeface="Arial"/>
              </a:defRPr>
            </a:lvl8pPr>
            <a:lvl9pPr>
              <a:defRPr sz="3300" b="1">
                <a:solidFill>
                  <a:srgbClr val="16303C"/>
                </a:solidFill>
                <a:latin typeface="Arial"/>
                <a:ea typeface="Arial"/>
                <a:cs typeface="Arial"/>
              </a:defRPr>
            </a:lvl9pPr>
          </a:lstStyle>
          <a:p xmlns:a="http://schemas.openxmlformats.org/drawingml/2006/main">
            <a:pPr>
              <a:defRPr sz="3300" b="1">
                <a:solidFill>
                  <a:srgbClr val="16303C"/>
                </a:solidFill>
                <a:latin typeface="Arial"/>
                <a:ea typeface="Arial"/>
                <a:cs typeface="Arial"/>
              </a:defRPr>
            </a:pPr>
            <a:r>
              <a:rPr sz="3300" b="1">
                <a:solidFill>
                  <a:srgbClr val="16303C"/>
                </a:solidFill>
                <a:latin typeface="Arial"/>
                <a:ea typeface="Arial"/>
                <a:cs typeface="Arial"/>
              </a:rPr>
              <a:t>The review problem</a:t>
            </a:r>
          </a:p>
        </p:txBody>
      </p:sp>
      <p:sp>
        <p:nvSpPr>
          <p:cNvPr id="2" name="">
            <a:extLst xmlns:a="http://schemas.openxmlformats.org/drawingml/2006/main">
              <a:ext uri="{FF2B5EF4-FFF2-40B4-BE49-F238E27FC236}">
                <a16:creationId xmlns:a16="http://schemas.microsoft.com/office/drawing/2014/main" id="{976104F6-5E91-4D35-87D4-E8BEF1FA1B26}"/>
              </a:ext>
            </a:extLst>
          </p:cNvPr>
          <p:cNvSpPr>
            <a:spLocks xmlns:a="http://schemas.openxmlformats.org/drawingml/2006/main" noGrp="1"/>
          </p:cNvSpPr>
          <p:nvPr/>
        </p:nvSpPr>
        <p:spPr>
          <a:xfrm xmlns:a="http://schemas.openxmlformats.org/drawingml/2006/main">
            <a:off x="609600" y="15240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76153"/>
                </a:solidFill>
                <a:latin typeface="Arial"/>
                <a:ea typeface="Arial"/>
                <a:cs typeface="Arial"/>
              </a:defRPr>
            </a:defPPr>
            <a:lvl1pPr>
              <a:defRPr sz="2550" b="1">
                <a:solidFill>
                  <a:srgbClr val="176153"/>
                </a:solidFill>
                <a:latin typeface="Arial"/>
                <a:ea typeface="Arial"/>
                <a:cs typeface="Arial"/>
              </a:defRPr>
            </a:lvl1pPr>
            <a:lvl2pPr>
              <a:defRPr sz="2550" b="1">
                <a:solidFill>
                  <a:srgbClr val="176153"/>
                </a:solidFill>
                <a:latin typeface="Arial"/>
                <a:ea typeface="Arial"/>
                <a:cs typeface="Arial"/>
              </a:defRPr>
            </a:lvl2pPr>
            <a:lvl3pPr>
              <a:defRPr sz="2550" b="1">
                <a:solidFill>
                  <a:srgbClr val="176153"/>
                </a:solidFill>
                <a:latin typeface="Arial"/>
                <a:ea typeface="Arial"/>
                <a:cs typeface="Arial"/>
              </a:defRPr>
            </a:lvl3pPr>
            <a:lvl4pPr>
              <a:defRPr sz="2550" b="1">
                <a:solidFill>
                  <a:srgbClr val="176153"/>
                </a:solidFill>
                <a:latin typeface="Arial"/>
                <a:ea typeface="Arial"/>
                <a:cs typeface="Arial"/>
              </a:defRPr>
            </a:lvl4pPr>
            <a:lvl5pPr>
              <a:defRPr sz="2550" b="1">
                <a:solidFill>
                  <a:srgbClr val="176153"/>
                </a:solidFill>
                <a:latin typeface="Arial"/>
                <a:ea typeface="Arial"/>
                <a:cs typeface="Arial"/>
              </a:defRPr>
            </a:lvl5pPr>
            <a:lvl6pPr>
              <a:defRPr sz="2550" b="1">
                <a:solidFill>
                  <a:srgbClr val="176153"/>
                </a:solidFill>
                <a:latin typeface="Arial"/>
                <a:ea typeface="Arial"/>
                <a:cs typeface="Arial"/>
              </a:defRPr>
            </a:lvl6pPr>
            <a:lvl7pPr>
              <a:defRPr sz="2550" b="1">
                <a:solidFill>
                  <a:srgbClr val="176153"/>
                </a:solidFill>
                <a:latin typeface="Arial"/>
                <a:ea typeface="Arial"/>
                <a:cs typeface="Arial"/>
              </a:defRPr>
            </a:lvl7pPr>
            <a:lvl8pPr>
              <a:defRPr sz="2550" b="1">
                <a:solidFill>
                  <a:srgbClr val="176153"/>
                </a:solidFill>
                <a:latin typeface="Arial"/>
                <a:ea typeface="Arial"/>
                <a:cs typeface="Arial"/>
              </a:defRPr>
            </a:lvl8pPr>
            <a:lvl9pPr>
              <a:defRPr sz="2550" b="1">
                <a:solidFill>
                  <a:srgbClr val="176153"/>
                </a:solidFill>
                <a:latin typeface="Arial"/>
                <a:ea typeface="Arial"/>
                <a:cs typeface="Arial"/>
              </a:defRPr>
            </a:lvl9pPr>
          </a:lstStyle>
          <a:p xmlns:a="http://schemas.openxmlformats.org/drawingml/2006/main">
            <a:pPr>
              <a:defRPr sz="2550" b="1">
                <a:solidFill>
                  <a:srgbClr val="176153"/>
                </a:solidFill>
                <a:latin typeface="Arial"/>
                <a:ea typeface="Arial"/>
                <a:cs typeface="Arial"/>
              </a:defRPr>
            </a:pPr>
            <a:r>
              <a:rPr sz="2550" b="1">
                <a:solidFill>
                  <a:srgbClr val="176153"/>
                </a:solidFill>
                <a:latin typeface="Arial"/>
                <a:ea typeface="Arial"/>
                <a:cs typeface="Arial"/>
              </a:rPr>
              <a:t>For funding-call advisers and research reviewers</a:t>
            </a:r>
          </a:p>
        </p:txBody>
      </p:sp>
      <p:sp>
        <p:nvSpPr>
          <p:cNvPr id="3" name="">
            <a:extLst xmlns:a="http://schemas.openxmlformats.org/drawingml/2006/main">
              <a:ext uri="{FF2B5EF4-FFF2-40B4-BE49-F238E27FC236}">
                <a16:creationId xmlns:a16="http://schemas.microsoft.com/office/drawing/2014/main" id="{7FF972B1-9DD8-407D-B2EF-B9EDC7CD07F4}"/>
              </a:ext>
            </a:extLst>
          </p:cNvPr>
          <p:cNvSpPr>
            <a:spLocks xmlns:a="http://schemas.openxmlformats.org/drawingml/2006/main" noGrp="1"/>
          </p:cNvSpPr>
          <p:nvPr/>
        </p:nvSpPr>
        <p:spPr>
          <a:xfrm xmlns:a="http://schemas.openxmlformats.org/drawingml/2006/main">
            <a:off x="609600" y="238125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16303C"/>
                </a:solidFill>
                <a:latin typeface="Arial"/>
                <a:ea typeface="Arial"/>
                <a:cs typeface="Arial"/>
              </a:defRPr>
            </a:defPPr>
            <a:lvl1pPr>
              <a:defRPr sz="2700" b="0">
                <a:solidFill>
                  <a:srgbClr val="16303C"/>
                </a:solidFill>
                <a:latin typeface="Arial"/>
                <a:ea typeface="Arial"/>
                <a:cs typeface="Arial"/>
              </a:defRPr>
            </a:lvl1pPr>
            <a:lvl2pPr>
              <a:defRPr sz="2700" b="0">
                <a:solidFill>
                  <a:srgbClr val="16303C"/>
                </a:solidFill>
                <a:latin typeface="Arial"/>
                <a:ea typeface="Arial"/>
                <a:cs typeface="Arial"/>
              </a:defRPr>
            </a:lvl2pPr>
            <a:lvl3pPr>
              <a:defRPr sz="2700" b="0">
                <a:solidFill>
                  <a:srgbClr val="16303C"/>
                </a:solidFill>
                <a:latin typeface="Arial"/>
                <a:ea typeface="Arial"/>
                <a:cs typeface="Arial"/>
              </a:defRPr>
            </a:lvl3pPr>
            <a:lvl4pPr>
              <a:defRPr sz="2700" b="0">
                <a:solidFill>
                  <a:srgbClr val="16303C"/>
                </a:solidFill>
                <a:latin typeface="Arial"/>
                <a:ea typeface="Arial"/>
                <a:cs typeface="Arial"/>
              </a:defRPr>
            </a:lvl4pPr>
            <a:lvl5pPr>
              <a:defRPr sz="2700" b="0">
                <a:solidFill>
                  <a:srgbClr val="16303C"/>
                </a:solidFill>
                <a:latin typeface="Arial"/>
                <a:ea typeface="Arial"/>
                <a:cs typeface="Arial"/>
              </a:defRPr>
            </a:lvl5pPr>
            <a:lvl6pPr>
              <a:defRPr sz="2700" b="0">
                <a:solidFill>
                  <a:srgbClr val="16303C"/>
                </a:solidFill>
                <a:latin typeface="Arial"/>
                <a:ea typeface="Arial"/>
                <a:cs typeface="Arial"/>
              </a:defRPr>
            </a:lvl6pPr>
            <a:lvl7pPr>
              <a:defRPr sz="2700" b="0">
                <a:solidFill>
                  <a:srgbClr val="16303C"/>
                </a:solidFill>
                <a:latin typeface="Arial"/>
                <a:ea typeface="Arial"/>
                <a:cs typeface="Arial"/>
              </a:defRPr>
            </a:lvl7pPr>
            <a:lvl8pPr>
              <a:defRPr sz="2700" b="0">
                <a:solidFill>
                  <a:srgbClr val="16303C"/>
                </a:solidFill>
                <a:latin typeface="Arial"/>
                <a:ea typeface="Arial"/>
                <a:cs typeface="Arial"/>
              </a:defRPr>
            </a:lvl8pPr>
            <a:lvl9pPr>
              <a:defRPr sz="2700" b="0">
                <a:solidFill>
                  <a:srgbClr val="16303C"/>
                </a:solidFill>
                <a:latin typeface="Arial"/>
                <a:ea typeface="Arial"/>
                <a:cs typeface="Arial"/>
              </a:defRPr>
            </a:lvl9pPr>
          </a:lstStyle>
          <a:p xmlns:a="http://schemas.openxmlformats.org/drawingml/2006/main">
            <a:pPr>
              <a:defRPr sz="2700" b="0">
                <a:solidFill>
                  <a:srgbClr val="16303C"/>
                </a:solidFill>
                <a:latin typeface="Arial"/>
                <a:ea typeface="Arial"/>
                <a:cs typeface="Arial"/>
              </a:defRPr>
            </a:pPr>
            <a:r>
              <a:rPr sz="2700" b="0">
                <a:solidFill>
                  <a:srgbClr val="16303C"/>
                </a:solidFill>
                <a:latin typeface="Arial"/>
                <a:ea typeface="Arial"/>
                <a:cs typeface="Arial"/>
              </a:rPr>
              <a:t>A changed call can invalidate an earlier assessment. Reviewing everything again wastes time; missing one amended criterion leaves stale advice.</a:t>
            </a:r>
          </a:p>
        </p:txBody>
      </p:sp>
      <p:sp>
        <p:nvSpPr>
          <p:cNvPr id="4" name="">
            <a:extLst xmlns:a="http://schemas.openxmlformats.org/drawingml/2006/main">
              <a:ext uri="{FF2B5EF4-FFF2-40B4-BE49-F238E27FC236}">
                <a16:creationId xmlns:a16="http://schemas.microsoft.com/office/drawing/2014/main" id="{50CF6009-9A31-4A9F-8DC0-704BC5A56575}"/>
              </a:ext>
            </a:extLst>
          </p:cNvPr>
          <p:cNvSpPr>
            <a:spLocks xmlns:a="http://schemas.openxmlformats.org/drawingml/2006/main" noGrp="1"/>
          </p:cNvSpPr>
          <p:nvPr/>
        </p:nvSpPr>
        <p:spPr>
          <a:xfrm xmlns:a="http://schemas.openxmlformats.org/drawingml/2006/main">
            <a:off x="609600" y="4381500"/>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6303C"/>
                </a:solidFill>
                <a:latin typeface="Arial"/>
                <a:ea typeface="Arial"/>
                <a:cs typeface="Arial"/>
              </a:defRPr>
            </a:defPPr>
            <a:lvl1pPr>
              <a:defRPr sz="2400" b="0">
                <a:solidFill>
                  <a:srgbClr val="16303C"/>
                </a:solidFill>
                <a:latin typeface="Arial"/>
                <a:ea typeface="Arial"/>
                <a:cs typeface="Arial"/>
              </a:defRPr>
            </a:lvl1pPr>
            <a:lvl2pPr>
              <a:defRPr sz="2400" b="0">
                <a:solidFill>
                  <a:srgbClr val="16303C"/>
                </a:solidFill>
                <a:latin typeface="Arial"/>
                <a:ea typeface="Arial"/>
                <a:cs typeface="Arial"/>
              </a:defRPr>
            </a:lvl2pPr>
            <a:lvl3pPr>
              <a:defRPr sz="2400" b="0">
                <a:solidFill>
                  <a:srgbClr val="16303C"/>
                </a:solidFill>
                <a:latin typeface="Arial"/>
                <a:ea typeface="Arial"/>
                <a:cs typeface="Arial"/>
              </a:defRPr>
            </a:lvl3pPr>
            <a:lvl4pPr>
              <a:defRPr sz="2400" b="0">
                <a:solidFill>
                  <a:srgbClr val="16303C"/>
                </a:solidFill>
                <a:latin typeface="Arial"/>
                <a:ea typeface="Arial"/>
                <a:cs typeface="Arial"/>
              </a:defRPr>
            </a:lvl4pPr>
            <a:lvl5pPr>
              <a:defRPr sz="2400" b="0">
                <a:solidFill>
                  <a:srgbClr val="16303C"/>
                </a:solidFill>
                <a:latin typeface="Arial"/>
                <a:ea typeface="Arial"/>
                <a:cs typeface="Arial"/>
              </a:defRPr>
            </a:lvl5pPr>
            <a:lvl6pPr>
              <a:defRPr sz="2400" b="0">
                <a:solidFill>
                  <a:srgbClr val="16303C"/>
                </a:solidFill>
                <a:latin typeface="Arial"/>
                <a:ea typeface="Arial"/>
                <a:cs typeface="Arial"/>
              </a:defRPr>
            </a:lvl6pPr>
            <a:lvl7pPr>
              <a:defRPr sz="2400" b="0">
                <a:solidFill>
                  <a:srgbClr val="16303C"/>
                </a:solidFill>
                <a:latin typeface="Arial"/>
                <a:ea typeface="Arial"/>
                <a:cs typeface="Arial"/>
              </a:defRPr>
            </a:lvl7pPr>
            <a:lvl8pPr>
              <a:defRPr sz="2400" b="0">
                <a:solidFill>
                  <a:srgbClr val="16303C"/>
                </a:solidFill>
                <a:latin typeface="Arial"/>
                <a:ea typeface="Arial"/>
                <a:cs typeface="Arial"/>
              </a:defRPr>
            </a:lvl8pPr>
            <a:lvl9pPr>
              <a:defRPr sz="2400" b="0">
                <a:solidFill>
                  <a:srgbClr val="16303C"/>
                </a:solidFill>
                <a:latin typeface="Arial"/>
                <a:ea typeface="Arial"/>
                <a:cs typeface="Arial"/>
              </a:defRPr>
            </a:lvl9pPr>
          </a:lstStyle>
          <a:p xmlns:a="http://schemas.openxmlformats.org/drawingml/2006/main">
            <a:pPr>
              <a:defRPr sz="2400" b="0">
                <a:solidFill>
                  <a:srgbClr val="16303C"/>
                </a:solidFill>
                <a:latin typeface="Arial"/>
                <a:ea typeface="Arial"/>
                <a:cs typeface="Arial"/>
              </a:defRPr>
            </a:pPr>
            <a:r>
              <a:rPr sz="2400" b="0">
                <a:solidFill>
                  <a:srgbClr val="16303C"/>
                </a:solidFill>
                <a:latin typeface="Arial"/>
                <a:ea typeface="Arial"/>
                <a:cs typeface="Arial"/>
              </a:rPr>
              <a:t>Example: a staff limit changes from 50 to 20.</a:t>
            </a:r>
          </a:p>
          <a:p xmlns:a="http://schemas.openxmlformats.org/drawingml/2006/main">
            <a:pPr>
              <a:defRPr sz="2400" b="0">
                <a:solidFill>
                  <a:srgbClr val="16303C"/>
                </a:solidFill>
                <a:latin typeface="Arial"/>
                <a:ea typeface="Arial"/>
                <a:cs typeface="Arial"/>
              </a:defRPr>
            </a:pPr>
            <a:r>
              <a:rPr sz="2400" b="0">
                <a:solidFill>
                  <a:srgbClr val="16303C"/>
                </a:solidFill>
                <a:latin typeface="Arial"/>
                <a:ea typeface="Arial"/>
                <a:cs typeface="Arial"/>
              </a:rPr>
              <a:t>A fictional applicant has 35 employees.</a:t>
            </a:r>
          </a:p>
          <a:p xmlns:a="http://schemas.openxmlformats.org/drawingml/2006/main">
            <a:pPr>
              <a:defRPr sz="2400" b="0">
                <a:solidFill>
                  <a:srgbClr val="16303C"/>
                </a:solidFill>
                <a:latin typeface="Arial"/>
                <a:ea typeface="Arial"/>
                <a:cs typeface="Arial"/>
              </a:defRPr>
            </a:pPr>
            <a:r>
              <a:rPr sz="2400" b="0">
                <a:solidFill>
                  <a:srgbClr val="16303C"/>
                </a:solidFill>
                <a:latin typeface="Arial"/>
                <a:ea typeface="Arial"/>
                <a:cs typeface="Arial"/>
              </a:rPr>
              <a:t>The date and eligible regions remain unchanged.</a:t>
            </a:r>
          </a:p>
        </p:txBody>
      </p:sp>
    </p:spTree>
    <p:extLst>
      <p:ext uri="{BB962C8B-B14F-4D97-AF65-F5344CB8AC3E}">
        <p14:creationId xmlns:p14="http://schemas.microsoft.com/office/powerpoint/2010/main" val="1055862736"/>
      </p:ext>
    </p:extLst>
  </p:cSld>
</p:sld>
</file>

<file path=ppt/slides/slide3.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3DDB45-872F-4446-8949-DD277E0B07BA}"/>
              </a:ext>
            </a:extLst>
          </p:cNvPr>
          <p:cNvSpPr>
            <a:spLocks xmlns:a="http://schemas.openxmlformats.org/drawingml/2006/main" noGrp="1"/>
          </p:cNvSpPr>
          <p:nvPr/>
        </p:nvSpPr>
        <p:spPr>
          <a:xfrm xmlns:a="http://schemas.openxmlformats.org/drawingml/2006/main">
            <a:off x="609600" y="4286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03C"/>
                </a:solidFill>
                <a:latin typeface="Arial"/>
                <a:ea typeface="Arial"/>
                <a:cs typeface="Arial"/>
              </a:defRPr>
            </a:defPPr>
            <a:lvl1pPr>
              <a:defRPr sz="3300" b="1">
                <a:solidFill>
                  <a:srgbClr val="16303C"/>
                </a:solidFill>
                <a:latin typeface="Arial"/>
                <a:ea typeface="Arial"/>
                <a:cs typeface="Arial"/>
              </a:defRPr>
            </a:lvl1pPr>
            <a:lvl2pPr>
              <a:defRPr sz="3300" b="1">
                <a:solidFill>
                  <a:srgbClr val="16303C"/>
                </a:solidFill>
                <a:latin typeface="Arial"/>
                <a:ea typeface="Arial"/>
                <a:cs typeface="Arial"/>
              </a:defRPr>
            </a:lvl2pPr>
            <a:lvl3pPr>
              <a:defRPr sz="3300" b="1">
                <a:solidFill>
                  <a:srgbClr val="16303C"/>
                </a:solidFill>
                <a:latin typeface="Arial"/>
                <a:ea typeface="Arial"/>
                <a:cs typeface="Arial"/>
              </a:defRPr>
            </a:lvl3pPr>
            <a:lvl4pPr>
              <a:defRPr sz="3300" b="1">
                <a:solidFill>
                  <a:srgbClr val="16303C"/>
                </a:solidFill>
                <a:latin typeface="Arial"/>
                <a:ea typeface="Arial"/>
                <a:cs typeface="Arial"/>
              </a:defRPr>
            </a:lvl4pPr>
            <a:lvl5pPr>
              <a:defRPr sz="3300" b="1">
                <a:solidFill>
                  <a:srgbClr val="16303C"/>
                </a:solidFill>
                <a:latin typeface="Arial"/>
                <a:ea typeface="Arial"/>
                <a:cs typeface="Arial"/>
              </a:defRPr>
            </a:lvl5pPr>
            <a:lvl6pPr>
              <a:defRPr sz="3300" b="1">
                <a:solidFill>
                  <a:srgbClr val="16303C"/>
                </a:solidFill>
                <a:latin typeface="Arial"/>
                <a:ea typeface="Arial"/>
                <a:cs typeface="Arial"/>
              </a:defRPr>
            </a:lvl6pPr>
            <a:lvl7pPr>
              <a:defRPr sz="3300" b="1">
                <a:solidFill>
                  <a:srgbClr val="16303C"/>
                </a:solidFill>
                <a:latin typeface="Arial"/>
                <a:ea typeface="Arial"/>
                <a:cs typeface="Arial"/>
              </a:defRPr>
            </a:lvl7pPr>
            <a:lvl8pPr>
              <a:defRPr sz="3300" b="1">
                <a:solidFill>
                  <a:srgbClr val="16303C"/>
                </a:solidFill>
                <a:latin typeface="Arial"/>
                <a:ea typeface="Arial"/>
                <a:cs typeface="Arial"/>
              </a:defRPr>
            </a:lvl8pPr>
            <a:lvl9pPr>
              <a:defRPr sz="3300" b="1">
                <a:solidFill>
                  <a:srgbClr val="16303C"/>
                </a:solidFill>
                <a:latin typeface="Arial"/>
                <a:ea typeface="Arial"/>
                <a:cs typeface="Arial"/>
              </a:defRPr>
            </a:lvl9pPr>
          </a:lstStyle>
          <a:p xmlns:a="http://schemas.openxmlformats.org/drawingml/2006/main">
            <a:pPr>
              <a:defRPr sz="3300" b="1">
                <a:solidFill>
                  <a:srgbClr val="16303C"/>
                </a:solidFill>
                <a:latin typeface="Arial"/>
                <a:ea typeface="Arial"/>
                <a:cs typeface="Arial"/>
              </a:defRPr>
            </a:pPr>
            <a:r>
              <a:rPr sz="3300" b="1">
                <a:solidFill>
                  <a:srgbClr val="16303C"/>
                </a:solidFill>
                <a:latin typeface="Arial"/>
                <a:ea typeface="Arial"/>
                <a:cs typeface="Arial"/>
              </a:rPr>
              <a:t>Agent workflow</a:t>
            </a:r>
          </a:p>
        </p:txBody>
      </p:sp>
      <p:sp>
        <p:nvSpPr>
          <p:cNvPr id="2" name="">
            <a:extLst xmlns:a="http://schemas.openxmlformats.org/drawingml/2006/main">
              <a:ext uri="{FF2B5EF4-FFF2-40B4-BE49-F238E27FC236}">
                <a16:creationId xmlns:a16="http://schemas.microsoft.com/office/drawing/2014/main" id="{6AFC5AF0-213F-4082-B760-05B79FEB0356}"/>
              </a:ext>
            </a:extLst>
          </p:cNvPr>
          <p:cNvSpPr>
            <a:spLocks xmlns:a="http://schemas.openxmlformats.org/drawingml/2006/main" noGrp="1"/>
          </p:cNvSpPr>
          <p:nvPr/>
        </p:nvSpPr>
        <p:spPr>
          <a:xfrm xmlns:a="http://schemas.openxmlformats.org/drawingml/2006/main">
            <a:off x="609600" y="1571625"/>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6303C"/>
                </a:solidFill>
                <a:latin typeface="Arial"/>
                <a:ea typeface="Arial"/>
                <a:cs typeface="Arial"/>
              </a:defRPr>
            </a:defPPr>
            <a:lvl1pPr>
              <a:defRPr sz="2325" b="0">
                <a:solidFill>
                  <a:srgbClr val="16303C"/>
                </a:solidFill>
                <a:latin typeface="Arial"/>
                <a:ea typeface="Arial"/>
                <a:cs typeface="Arial"/>
              </a:defRPr>
            </a:lvl1pPr>
            <a:lvl2pPr>
              <a:defRPr sz="2325" b="0">
                <a:solidFill>
                  <a:srgbClr val="16303C"/>
                </a:solidFill>
                <a:latin typeface="Arial"/>
                <a:ea typeface="Arial"/>
                <a:cs typeface="Arial"/>
              </a:defRPr>
            </a:lvl2pPr>
            <a:lvl3pPr>
              <a:defRPr sz="2325" b="0">
                <a:solidFill>
                  <a:srgbClr val="16303C"/>
                </a:solidFill>
                <a:latin typeface="Arial"/>
                <a:ea typeface="Arial"/>
                <a:cs typeface="Arial"/>
              </a:defRPr>
            </a:lvl3pPr>
            <a:lvl4pPr>
              <a:defRPr sz="2325" b="0">
                <a:solidFill>
                  <a:srgbClr val="16303C"/>
                </a:solidFill>
                <a:latin typeface="Arial"/>
                <a:ea typeface="Arial"/>
                <a:cs typeface="Arial"/>
              </a:defRPr>
            </a:lvl4pPr>
            <a:lvl5pPr>
              <a:defRPr sz="2325" b="0">
                <a:solidFill>
                  <a:srgbClr val="16303C"/>
                </a:solidFill>
                <a:latin typeface="Arial"/>
                <a:ea typeface="Arial"/>
                <a:cs typeface="Arial"/>
              </a:defRPr>
            </a:lvl5pPr>
            <a:lvl6pPr>
              <a:defRPr sz="2325" b="0">
                <a:solidFill>
                  <a:srgbClr val="16303C"/>
                </a:solidFill>
                <a:latin typeface="Arial"/>
                <a:ea typeface="Arial"/>
                <a:cs typeface="Arial"/>
              </a:defRPr>
            </a:lvl6pPr>
            <a:lvl7pPr>
              <a:defRPr sz="2325" b="0">
                <a:solidFill>
                  <a:srgbClr val="16303C"/>
                </a:solidFill>
                <a:latin typeface="Arial"/>
                <a:ea typeface="Arial"/>
                <a:cs typeface="Arial"/>
              </a:defRPr>
            </a:lvl7pPr>
            <a:lvl8pPr>
              <a:defRPr sz="2325" b="0">
                <a:solidFill>
                  <a:srgbClr val="16303C"/>
                </a:solidFill>
                <a:latin typeface="Arial"/>
                <a:ea typeface="Arial"/>
                <a:cs typeface="Arial"/>
              </a:defRPr>
            </a:lvl8pPr>
            <a:lvl9pPr>
              <a:defRPr sz="2325" b="0">
                <a:solidFill>
                  <a:srgbClr val="16303C"/>
                </a:solidFill>
                <a:latin typeface="Arial"/>
                <a:ea typeface="Arial"/>
                <a:cs typeface="Arial"/>
              </a:defRPr>
            </a:lvl9pPr>
          </a:lstStyle>
          <a:p xmlns:a="http://schemas.openxmlformats.org/drawingml/2006/main">
            <a:pPr>
              <a:defRPr sz="2325" b="0">
                <a:solidFill>
                  <a:srgbClr val="16303C"/>
                </a:solidFill>
                <a:latin typeface="Arial"/>
                <a:ea typeface="Arial"/>
                <a:cs typeface="Arial"/>
              </a:defRPr>
            </a:pPr>
            <a:r>
              <a:rPr sz="2325" b="0">
                <a:solidFill>
                  <a:srgbClr val="16303C"/>
                </a:solidFill>
                <a:latin typeface="Arial"/>
                <a:ea typeface="Arial"/>
                <a:cs typeface="Arial"/>
              </a:rPr>
              <a:t>1  Retrieve both source versions from the Zetaris view</a:t>
            </a:r>
          </a:p>
        </p:txBody>
      </p:sp>
      <p:sp>
        <p:nvSpPr>
          <p:cNvPr id="3" name="">
            <a:extLst xmlns:a="http://schemas.openxmlformats.org/drawingml/2006/main">
              <a:ext uri="{FF2B5EF4-FFF2-40B4-BE49-F238E27FC236}">
                <a16:creationId xmlns:a16="http://schemas.microsoft.com/office/drawing/2014/main" id="{FFAA2AD7-C425-41AB-8FA9-6CD67B5AF41E}"/>
              </a:ext>
            </a:extLst>
          </p:cNvPr>
          <p:cNvSpPr>
            <a:spLocks xmlns:a="http://schemas.openxmlformats.org/drawingml/2006/main" noGrp="1"/>
          </p:cNvSpPr>
          <p:nvPr/>
        </p:nvSpPr>
        <p:spPr>
          <a:xfrm xmlns:a="http://schemas.openxmlformats.org/drawingml/2006/main">
            <a:off x="609600" y="243840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6303C"/>
                </a:solidFill>
                <a:latin typeface="Arial"/>
                <a:ea typeface="Arial"/>
                <a:cs typeface="Arial"/>
              </a:defRPr>
            </a:defPPr>
            <a:lvl1pPr>
              <a:defRPr sz="2325" b="0">
                <a:solidFill>
                  <a:srgbClr val="16303C"/>
                </a:solidFill>
                <a:latin typeface="Arial"/>
                <a:ea typeface="Arial"/>
                <a:cs typeface="Arial"/>
              </a:defRPr>
            </a:lvl1pPr>
            <a:lvl2pPr>
              <a:defRPr sz="2325" b="0">
                <a:solidFill>
                  <a:srgbClr val="16303C"/>
                </a:solidFill>
                <a:latin typeface="Arial"/>
                <a:ea typeface="Arial"/>
                <a:cs typeface="Arial"/>
              </a:defRPr>
            </a:lvl2pPr>
            <a:lvl3pPr>
              <a:defRPr sz="2325" b="0">
                <a:solidFill>
                  <a:srgbClr val="16303C"/>
                </a:solidFill>
                <a:latin typeface="Arial"/>
                <a:ea typeface="Arial"/>
                <a:cs typeface="Arial"/>
              </a:defRPr>
            </a:lvl3pPr>
            <a:lvl4pPr>
              <a:defRPr sz="2325" b="0">
                <a:solidFill>
                  <a:srgbClr val="16303C"/>
                </a:solidFill>
                <a:latin typeface="Arial"/>
                <a:ea typeface="Arial"/>
                <a:cs typeface="Arial"/>
              </a:defRPr>
            </a:lvl4pPr>
            <a:lvl5pPr>
              <a:defRPr sz="2325" b="0">
                <a:solidFill>
                  <a:srgbClr val="16303C"/>
                </a:solidFill>
                <a:latin typeface="Arial"/>
                <a:ea typeface="Arial"/>
                <a:cs typeface="Arial"/>
              </a:defRPr>
            </a:lvl5pPr>
            <a:lvl6pPr>
              <a:defRPr sz="2325" b="0">
                <a:solidFill>
                  <a:srgbClr val="16303C"/>
                </a:solidFill>
                <a:latin typeface="Arial"/>
                <a:ea typeface="Arial"/>
                <a:cs typeface="Arial"/>
              </a:defRPr>
            </a:lvl6pPr>
            <a:lvl7pPr>
              <a:defRPr sz="2325" b="0">
                <a:solidFill>
                  <a:srgbClr val="16303C"/>
                </a:solidFill>
                <a:latin typeface="Arial"/>
                <a:ea typeface="Arial"/>
                <a:cs typeface="Arial"/>
              </a:defRPr>
            </a:lvl7pPr>
            <a:lvl8pPr>
              <a:defRPr sz="2325" b="0">
                <a:solidFill>
                  <a:srgbClr val="16303C"/>
                </a:solidFill>
                <a:latin typeface="Arial"/>
                <a:ea typeface="Arial"/>
                <a:cs typeface="Arial"/>
              </a:defRPr>
            </a:lvl8pPr>
            <a:lvl9pPr>
              <a:defRPr sz="2325" b="0">
                <a:solidFill>
                  <a:srgbClr val="16303C"/>
                </a:solidFill>
                <a:latin typeface="Arial"/>
                <a:ea typeface="Arial"/>
                <a:cs typeface="Arial"/>
              </a:defRPr>
            </a:lvl9pPr>
          </a:lstStyle>
          <a:p xmlns:a="http://schemas.openxmlformats.org/drawingml/2006/main">
            <a:pPr>
              <a:defRPr sz="2325" b="0">
                <a:solidFill>
                  <a:srgbClr val="16303C"/>
                </a:solidFill>
                <a:latin typeface="Arial"/>
                <a:ea typeface="Arial"/>
                <a:cs typeface="Arial"/>
              </a:defRPr>
            </a:pPr>
            <a:r>
              <a:rPr sz="2325" b="0">
                <a:solidFill>
                  <a:srgbClr val="16303C"/>
                </a:solidFill>
                <a:latin typeface="Arial"/>
                <a:ea typeface="Arial"/>
                <a:cs typeface="Arial"/>
              </a:rPr>
              <a:t>2  Find affected requirements and preserve unchanged work</a:t>
            </a:r>
          </a:p>
        </p:txBody>
      </p:sp>
      <p:sp>
        <p:nvSpPr>
          <p:cNvPr id="4" name="">
            <a:extLst xmlns:a="http://schemas.openxmlformats.org/drawingml/2006/main">
              <a:ext uri="{FF2B5EF4-FFF2-40B4-BE49-F238E27FC236}">
                <a16:creationId xmlns:a16="http://schemas.microsoft.com/office/drawing/2014/main" id="{044D34FA-987B-40D3-BF54-39472CF11F65}"/>
              </a:ext>
            </a:extLst>
          </p:cNvPr>
          <p:cNvSpPr>
            <a:spLocks xmlns:a="http://schemas.openxmlformats.org/drawingml/2006/main" noGrp="1"/>
          </p:cNvSpPr>
          <p:nvPr/>
        </p:nvSpPr>
        <p:spPr>
          <a:xfrm xmlns:a="http://schemas.openxmlformats.org/drawingml/2006/main">
            <a:off x="609600" y="3305175"/>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6303C"/>
                </a:solidFill>
                <a:latin typeface="Arial"/>
                <a:ea typeface="Arial"/>
                <a:cs typeface="Arial"/>
              </a:defRPr>
            </a:defPPr>
            <a:lvl1pPr>
              <a:defRPr sz="2325" b="0">
                <a:solidFill>
                  <a:srgbClr val="16303C"/>
                </a:solidFill>
                <a:latin typeface="Arial"/>
                <a:ea typeface="Arial"/>
                <a:cs typeface="Arial"/>
              </a:defRPr>
            </a:lvl1pPr>
            <a:lvl2pPr>
              <a:defRPr sz="2325" b="0">
                <a:solidFill>
                  <a:srgbClr val="16303C"/>
                </a:solidFill>
                <a:latin typeface="Arial"/>
                <a:ea typeface="Arial"/>
                <a:cs typeface="Arial"/>
              </a:defRPr>
            </a:lvl2pPr>
            <a:lvl3pPr>
              <a:defRPr sz="2325" b="0">
                <a:solidFill>
                  <a:srgbClr val="16303C"/>
                </a:solidFill>
                <a:latin typeface="Arial"/>
                <a:ea typeface="Arial"/>
                <a:cs typeface="Arial"/>
              </a:defRPr>
            </a:lvl3pPr>
            <a:lvl4pPr>
              <a:defRPr sz="2325" b="0">
                <a:solidFill>
                  <a:srgbClr val="16303C"/>
                </a:solidFill>
                <a:latin typeface="Arial"/>
                <a:ea typeface="Arial"/>
                <a:cs typeface="Arial"/>
              </a:defRPr>
            </a:lvl4pPr>
            <a:lvl5pPr>
              <a:defRPr sz="2325" b="0">
                <a:solidFill>
                  <a:srgbClr val="16303C"/>
                </a:solidFill>
                <a:latin typeface="Arial"/>
                <a:ea typeface="Arial"/>
                <a:cs typeface="Arial"/>
              </a:defRPr>
            </a:lvl5pPr>
            <a:lvl6pPr>
              <a:defRPr sz="2325" b="0">
                <a:solidFill>
                  <a:srgbClr val="16303C"/>
                </a:solidFill>
                <a:latin typeface="Arial"/>
                <a:ea typeface="Arial"/>
                <a:cs typeface="Arial"/>
              </a:defRPr>
            </a:lvl6pPr>
            <a:lvl7pPr>
              <a:defRPr sz="2325" b="0">
                <a:solidFill>
                  <a:srgbClr val="16303C"/>
                </a:solidFill>
                <a:latin typeface="Arial"/>
                <a:ea typeface="Arial"/>
                <a:cs typeface="Arial"/>
              </a:defRPr>
            </a:lvl7pPr>
            <a:lvl8pPr>
              <a:defRPr sz="2325" b="0">
                <a:solidFill>
                  <a:srgbClr val="16303C"/>
                </a:solidFill>
                <a:latin typeface="Arial"/>
                <a:ea typeface="Arial"/>
                <a:cs typeface="Arial"/>
              </a:defRPr>
            </a:lvl8pPr>
            <a:lvl9pPr>
              <a:defRPr sz="2325" b="0">
                <a:solidFill>
                  <a:srgbClr val="16303C"/>
                </a:solidFill>
                <a:latin typeface="Arial"/>
                <a:ea typeface="Arial"/>
                <a:cs typeface="Arial"/>
              </a:defRPr>
            </a:lvl9pPr>
          </a:lstStyle>
          <a:p xmlns:a="http://schemas.openxmlformats.org/drawingml/2006/main">
            <a:pPr>
              <a:defRPr sz="2325" b="0">
                <a:solidFill>
                  <a:srgbClr val="16303C"/>
                </a:solidFill>
                <a:latin typeface="Arial"/>
                <a:ea typeface="Arial"/>
                <a:cs typeface="Arial"/>
              </a:defRPr>
            </a:pPr>
            <a:r>
              <a:rPr sz="2325" b="0">
                <a:solidFill>
                  <a:srgbClr val="16303C"/>
                </a:solidFill>
                <a:latin typeface="Arial"/>
                <a:ea typeface="Arial"/>
                <a:cs typeface="Arial"/>
              </a:rPr>
              <a:t>3  Ask Nightshift for a typed rule and exact source quote</a:t>
            </a:r>
          </a:p>
        </p:txBody>
      </p:sp>
      <p:sp>
        <p:nvSpPr>
          <p:cNvPr id="5" name="">
            <a:extLst xmlns:a="http://schemas.openxmlformats.org/drawingml/2006/main">
              <a:ext uri="{FF2B5EF4-FFF2-40B4-BE49-F238E27FC236}">
                <a16:creationId xmlns:a16="http://schemas.microsoft.com/office/drawing/2014/main" id="{34D1A954-2DDA-40B7-AE25-4253C4B951C1}"/>
              </a:ext>
            </a:extLst>
          </p:cNvPr>
          <p:cNvSpPr>
            <a:spLocks xmlns:a="http://schemas.openxmlformats.org/drawingml/2006/main" noGrp="1"/>
          </p:cNvSpPr>
          <p:nvPr/>
        </p:nvSpPr>
        <p:spPr>
          <a:xfrm xmlns:a="http://schemas.openxmlformats.org/drawingml/2006/main">
            <a:off x="609600" y="41719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6303C"/>
                </a:solidFill>
                <a:latin typeface="Arial"/>
                <a:ea typeface="Arial"/>
                <a:cs typeface="Arial"/>
              </a:defRPr>
            </a:defPPr>
            <a:lvl1pPr>
              <a:defRPr sz="2325" b="0">
                <a:solidFill>
                  <a:srgbClr val="16303C"/>
                </a:solidFill>
                <a:latin typeface="Arial"/>
                <a:ea typeface="Arial"/>
                <a:cs typeface="Arial"/>
              </a:defRPr>
            </a:lvl1pPr>
            <a:lvl2pPr>
              <a:defRPr sz="2325" b="0">
                <a:solidFill>
                  <a:srgbClr val="16303C"/>
                </a:solidFill>
                <a:latin typeface="Arial"/>
                <a:ea typeface="Arial"/>
                <a:cs typeface="Arial"/>
              </a:defRPr>
            </a:lvl2pPr>
            <a:lvl3pPr>
              <a:defRPr sz="2325" b="0">
                <a:solidFill>
                  <a:srgbClr val="16303C"/>
                </a:solidFill>
                <a:latin typeface="Arial"/>
                <a:ea typeface="Arial"/>
                <a:cs typeface="Arial"/>
              </a:defRPr>
            </a:lvl3pPr>
            <a:lvl4pPr>
              <a:defRPr sz="2325" b="0">
                <a:solidFill>
                  <a:srgbClr val="16303C"/>
                </a:solidFill>
                <a:latin typeface="Arial"/>
                <a:ea typeface="Arial"/>
                <a:cs typeface="Arial"/>
              </a:defRPr>
            </a:lvl4pPr>
            <a:lvl5pPr>
              <a:defRPr sz="2325" b="0">
                <a:solidFill>
                  <a:srgbClr val="16303C"/>
                </a:solidFill>
                <a:latin typeface="Arial"/>
                <a:ea typeface="Arial"/>
                <a:cs typeface="Arial"/>
              </a:defRPr>
            </a:lvl5pPr>
            <a:lvl6pPr>
              <a:defRPr sz="2325" b="0">
                <a:solidFill>
                  <a:srgbClr val="16303C"/>
                </a:solidFill>
                <a:latin typeface="Arial"/>
                <a:ea typeface="Arial"/>
                <a:cs typeface="Arial"/>
              </a:defRPr>
            </a:lvl6pPr>
            <a:lvl7pPr>
              <a:defRPr sz="2325" b="0">
                <a:solidFill>
                  <a:srgbClr val="16303C"/>
                </a:solidFill>
                <a:latin typeface="Arial"/>
                <a:ea typeface="Arial"/>
                <a:cs typeface="Arial"/>
              </a:defRPr>
            </a:lvl7pPr>
            <a:lvl8pPr>
              <a:defRPr sz="2325" b="0">
                <a:solidFill>
                  <a:srgbClr val="16303C"/>
                </a:solidFill>
                <a:latin typeface="Arial"/>
                <a:ea typeface="Arial"/>
                <a:cs typeface="Arial"/>
              </a:defRPr>
            </a:lvl8pPr>
            <a:lvl9pPr>
              <a:defRPr sz="2325" b="0">
                <a:solidFill>
                  <a:srgbClr val="16303C"/>
                </a:solidFill>
                <a:latin typeface="Arial"/>
                <a:ea typeface="Arial"/>
                <a:cs typeface="Arial"/>
              </a:defRPr>
            </a:lvl9pPr>
          </a:lstStyle>
          <a:p xmlns:a="http://schemas.openxmlformats.org/drawingml/2006/main">
            <a:pPr>
              <a:defRPr sz="2325" b="0">
                <a:solidFill>
                  <a:srgbClr val="16303C"/>
                </a:solidFill>
                <a:latin typeface="Arial"/>
                <a:ea typeface="Arial"/>
                <a:cs typeface="Arial"/>
              </a:defRPr>
            </a:pPr>
            <a:r>
              <a:rPr sz="2325" b="0">
                <a:solidFill>
                  <a:srgbClr val="16303C"/>
                </a:solidFill>
                <a:latin typeface="Arial"/>
                <a:ea typeface="Arial"/>
                <a:cs typeface="Arial"/>
              </a:rPr>
              <a:t>4  Validate independently; allow one repair, then abstain</a:t>
            </a:r>
          </a:p>
        </p:txBody>
      </p:sp>
      <p:sp>
        <p:nvSpPr>
          <p:cNvPr id="6" name="">
            <a:extLst xmlns:a="http://schemas.openxmlformats.org/drawingml/2006/main">
              <a:ext uri="{FF2B5EF4-FFF2-40B4-BE49-F238E27FC236}">
                <a16:creationId xmlns:a16="http://schemas.microsoft.com/office/drawing/2014/main" id="{97E0D5AB-FF4F-4039-854A-5D6EF8FC03E7}"/>
              </a:ext>
            </a:extLst>
          </p:cNvPr>
          <p:cNvSpPr>
            <a:spLocks xmlns:a="http://schemas.openxmlformats.org/drawingml/2006/main" noGrp="1"/>
          </p:cNvSpPr>
          <p:nvPr/>
        </p:nvSpPr>
        <p:spPr>
          <a:xfrm xmlns:a="http://schemas.openxmlformats.org/drawingml/2006/main">
            <a:off x="609600" y="5038725"/>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6303C"/>
                </a:solidFill>
                <a:latin typeface="Arial"/>
                <a:ea typeface="Arial"/>
                <a:cs typeface="Arial"/>
              </a:defRPr>
            </a:defPPr>
            <a:lvl1pPr>
              <a:defRPr sz="2325" b="0">
                <a:solidFill>
                  <a:srgbClr val="16303C"/>
                </a:solidFill>
                <a:latin typeface="Arial"/>
                <a:ea typeface="Arial"/>
                <a:cs typeface="Arial"/>
              </a:defRPr>
            </a:lvl1pPr>
            <a:lvl2pPr>
              <a:defRPr sz="2325" b="0">
                <a:solidFill>
                  <a:srgbClr val="16303C"/>
                </a:solidFill>
                <a:latin typeface="Arial"/>
                <a:ea typeface="Arial"/>
                <a:cs typeface="Arial"/>
              </a:defRPr>
            </a:lvl2pPr>
            <a:lvl3pPr>
              <a:defRPr sz="2325" b="0">
                <a:solidFill>
                  <a:srgbClr val="16303C"/>
                </a:solidFill>
                <a:latin typeface="Arial"/>
                <a:ea typeface="Arial"/>
                <a:cs typeface="Arial"/>
              </a:defRPr>
            </a:lvl3pPr>
            <a:lvl4pPr>
              <a:defRPr sz="2325" b="0">
                <a:solidFill>
                  <a:srgbClr val="16303C"/>
                </a:solidFill>
                <a:latin typeface="Arial"/>
                <a:ea typeface="Arial"/>
                <a:cs typeface="Arial"/>
              </a:defRPr>
            </a:lvl4pPr>
            <a:lvl5pPr>
              <a:defRPr sz="2325" b="0">
                <a:solidFill>
                  <a:srgbClr val="16303C"/>
                </a:solidFill>
                <a:latin typeface="Arial"/>
                <a:ea typeface="Arial"/>
                <a:cs typeface="Arial"/>
              </a:defRPr>
            </a:lvl5pPr>
            <a:lvl6pPr>
              <a:defRPr sz="2325" b="0">
                <a:solidFill>
                  <a:srgbClr val="16303C"/>
                </a:solidFill>
                <a:latin typeface="Arial"/>
                <a:ea typeface="Arial"/>
                <a:cs typeface="Arial"/>
              </a:defRPr>
            </a:lvl6pPr>
            <a:lvl7pPr>
              <a:defRPr sz="2325" b="0">
                <a:solidFill>
                  <a:srgbClr val="16303C"/>
                </a:solidFill>
                <a:latin typeface="Arial"/>
                <a:ea typeface="Arial"/>
                <a:cs typeface="Arial"/>
              </a:defRPr>
            </a:lvl7pPr>
            <a:lvl8pPr>
              <a:defRPr sz="2325" b="0">
                <a:solidFill>
                  <a:srgbClr val="16303C"/>
                </a:solidFill>
                <a:latin typeface="Arial"/>
                <a:ea typeface="Arial"/>
                <a:cs typeface="Arial"/>
              </a:defRPr>
            </a:lvl8pPr>
            <a:lvl9pPr>
              <a:defRPr sz="2325" b="0">
                <a:solidFill>
                  <a:srgbClr val="16303C"/>
                </a:solidFill>
                <a:latin typeface="Arial"/>
                <a:ea typeface="Arial"/>
                <a:cs typeface="Arial"/>
              </a:defRPr>
            </a:lvl9pPr>
          </a:lstStyle>
          <a:p xmlns:a="http://schemas.openxmlformats.org/drawingml/2006/main">
            <a:pPr>
              <a:defRPr sz="2325" b="0">
                <a:solidFill>
                  <a:srgbClr val="16303C"/>
                </a:solidFill>
                <a:latin typeface="Arial"/>
                <a:ea typeface="Arial"/>
                <a:cs typeface="Arial"/>
              </a:defRPr>
            </a:pPr>
            <a:r>
              <a:rPr sz="2325" b="0">
                <a:solidFill>
                  <a:srgbClr val="16303C"/>
                </a:solidFill>
                <a:latin typeface="Arial"/>
                <a:ea typeface="Arial"/>
                <a:cs typeface="Arial"/>
              </a:rPr>
              <a:t>5  Store provenance and supersession links in H-MEM</a:t>
            </a:r>
          </a:p>
        </p:txBody>
      </p:sp>
    </p:spTree>
    <p:extLst>
      <p:ext uri="{BB962C8B-B14F-4D97-AF65-F5344CB8AC3E}">
        <p14:creationId xmlns:p14="http://schemas.microsoft.com/office/powerpoint/2010/main" val="1445186870"/>
      </p:ext>
    </p:extLst>
  </p:cSld>
</p:sld>
</file>

<file path=ppt/slides/slide4.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2480A29-B737-466A-B715-F4E17DD765DA}"/>
              </a:ext>
            </a:extLst>
          </p:cNvPr>
          <p:cNvSpPr>
            <a:spLocks xmlns:a="http://schemas.openxmlformats.org/drawingml/2006/main" noGrp="1"/>
          </p:cNvSpPr>
          <p:nvPr/>
        </p:nvSpPr>
        <p:spPr>
          <a:xfrm xmlns:a="http://schemas.openxmlformats.org/drawingml/2006/main">
            <a:off x="609600" y="4286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03C"/>
                </a:solidFill>
                <a:latin typeface="Arial"/>
                <a:ea typeface="Arial"/>
                <a:cs typeface="Arial"/>
              </a:defRPr>
            </a:defPPr>
            <a:lvl1pPr>
              <a:defRPr sz="3300" b="1">
                <a:solidFill>
                  <a:srgbClr val="16303C"/>
                </a:solidFill>
                <a:latin typeface="Arial"/>
                <a:ea typeface="Arial"/>
                <a:cs typeface="Arial"/>
              </a:defRPr>
            </a:lvl1pPr>
            <a:lvl2pPr>
              <a:defRPr sz="3300" b="1">
                <a:solidFill>
                  <a:srgbClr val="16303C"/>
                </a:solidFill>
                <a:latin typeface="Arial"/>
                <a:ea typeface="Arial"/>
                <a:cs typeface="Arial"/>
              </a:defRPr>
            </a:lvl2pPr>
            <a:lvl3pPr>
              <a:defRPr sz="3300" b="1">
                <a:solidFill>
                  <a:srgbClr val="16303C"/>
                </a:solidFill>
                <a:latin typeface="Arial"/>
                <a:ea typeface="Arial"/>
                <a:cs typeface="Arial"/>
              </a:defRPr>
            </a:lvl3pPr>
            <a:lvl4pPr>
              <a:defRPr sz="3300" b="1">
                <a:solidFill>
                  <a:srgbClr val="16303C"/>
                </a:solidFill>
                <a:latin typeface="Arial"/>
                <a:ea typeface="Arial"/>
                <a:cs typeface="Arial"/>
              </a:defRPr>
            </a:lvl4pPr>
            <a:lvl5pPr>
              <a:defRPr sz="3300" b="1">
                <a:solidFill>
                  <a:srgbClr val="16303C"/>
                </a:solidFill>
                <a:latin typeface="Arial"/>
                <a:ea typeface="Arial"/>
                <a:cs typeface="Arial"/>
              </a:defRPr>
            </a:lvl5pPr>
            <a:lvl6pPr>
              <a:defRPr sz="3300" b="1">
                <a:solidFill>
                  <a:srgbClr val="16303C"/>
                </a:solidFill>
                <a:latin typeface="Arial"/>
                <a:ea typeface="Arial"/>
                <a:cs typeface="Arial"/>
              </a:defRPr>
            </a:lvl6pPr>
            <a:lvl7pPr>
              <a:defRPr sz="3300" b="1">
                <a:solidFill>
                  <a:srgbClr val="16303C"/>
                </a:solidFill>
                <a:latin typeface="Arial"/>
                <a:ea typeface="Arial"/>
                <a:cs typeface="Arial"/>
              </a:defRPr>
            </a:lvl7pPr>
            <a:lvl8pPr>
              <a:defRPr sz="3300" b="1">
                <a:solidFill>
                  <a:srgbClr val="16303C"/>
                </a:solidFill>
                <a:latin typeface="Arial"/>
                <a:ea typeface="Arial"/>
                <a:cs typeface="Arial"/>
              </a:defRPr>
            </a:lvl8pPr>
            <a:lvl9pPr>
              <a:defRPr sz="3300" b="1">
                <a:solidFill>
                  <a:srgbClr val="16303C"/>
                </a:solidFill>
                <a:latin typeface="Arial"/>
                <a:ea typeface="Arial"/>
                <a:cs typeface="Arial"/>
              </a:defRPr>
            </a:lvl9pPr>
          </a:lstStyle>
          <a:p xmlns:a="http://schemas.openxmlformats.org/drawingml/2006/main">
            <a:pPr>
              <a:defRPr sz="3300" b="1">
                <a:solidFill>
                  <a:srgbClr val="16303C"/>
                </a:solidFill>
                <a:latin typeface="Arial"/>
                <a:ea typeface="Arial"/>
                <a:cs typeface="Arial"/>
              </a:defRPr>
            </a:pPr>
            <a:r>
              <a:rPr sz="3300" b="1">
                <a:solidFill>
                  <a:srgbClr val="16303C"/>
                </a:solidFill>
                <a:latin typeface="Arial"/>
                <a:ea typeface="Arial"/>
                <a:cs typeface="Arial"/>
              </a:rPr>
              <a:t>Versioned evidence in Zetaris</a:t>
            </a:r>
          </a:p>
        </p:txBody>
      </p:sp>
      <p:sp>
        <p:nvSpPr>
          <p:cNvPr id="2" name="">
            <a:extLst xmlns:a="http://schemas.openxmlformats.org/drawingml/2006/main">
              <a:ext uri="{FF2B5EF4-FFF2-40B4-BE49-F238E27FC236}">
                <a16:creationId xmlns:a16="http://schemas.microsoft.com/office/drawing/2014/main" id="{89ED52A3-E3B0-4B85-9561-7337843F7460}"/>
              </a:ext>
            </a:extLst>
          </p:cNvPr>
          <p:cNvSpPr>
            <a:spLocks xmlns:a="http://schemas.openxmlformats.org/drawingml/2006/main" noGrp="1"/>
          </p:cNvSpPr>
          <p:nvPr/>
        </p:nvSpPr>
        <p:spPr>
          <a:xfrm xmlns:a="http://schemas.openxmlformats.org/drawingml/2006/main">
            <a:off x="609600" y="13811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6153"/>
                </a:solidFill>
                <a:latin typeface="Arial"/>
                <a:ea typeface="Arial"/>
                <a:cs typeface="Arial"/>
              </a:defRPr>
            </a:defPPr>
            <a:lvl1pPr>
              <a:defRPr sz="2100" b="0">
                <a:solidFill>
                  <a:srgbClr val="176153"/>
                </a:solidFill>
                <a:latin typeface="Arial"/>
                <a:ea typeface="Arial"/>
                <a:cs typeface="Arial"/>
              </a:defRPr>
            </a:lvl1pPr>
            <a:lvl2pPr>
              <a:defRPr sz="2100" b="0">
                <a:solidFill>
                  <a:srgbClr val="176153"/>
                </a:solidFill>
                <a:latin typeface="Arial"/>
                <a:ea typeface="Arial"/>
                <a:cs typeface="Arial"/>
              </a:defRPr>
            </a:lvl2pPr>
            <a:lvl3pPr>
              <a:defRPr sz="2100" b="0">
                <a:solidFill>
                  <a:srgbClr val="176153"/>
                </a:solidFill>
                <a:latin typeface="Arial"/>
                <a:ea typeface="Arial"/>
                <a:cs typeface="Arial"/>
              </a:defRPr>
            </a:lvl3pPr>
            <a:lvl4pPr>
              <a:defRPr sz="2100" b="0">
                <a:solidFill>
                  <a:srgbClr val="176153"/>
                </a:solidFill>
                <a:latin typeface="Arial"/>
                <a:ea typeface="Arial"/>
                <a:cs typeface="Arial"/>
              </a:defRPr>
            </a:lvl4pPr>
            <a:lvl5pPr>
              <a:defRPr sz="2100" b="0">
                <a:solidFill>
                  <a:srgbClr val="176153"/>
                </a:solidFill>
                <a:latin typeface="Arial"/>
                <a:ea typeface="Arial"/>
                <a:cs typeface="Arial"/>
              </a:defRPr>
            </a:lvl5pPr>
            <a:lvl6pPr>
              <a:defRPr sz="2100" b="0">
                <a:solidFill>
                  <a:srgbClr val="176153"/>
                </a:solidFill>
                <a:latin typeface="Arial"/>
                <a:ea typeface="Arial"/>
                <a:cs typeface="Arial"/>
              </a:defRPr>
            </a:lvl6pPr>
            <a:lvl7pPr>
              <a:defRPr sz="2100" b="0">
                <a:solidFill>
                  <a:srgbClr val="176153"/>
                </a:solidFill>
                <a:latin typeface="Arial"/>
                <a:ea typeface="Arial"/>
                <a:cs typeface="Arial"/>
              </a:defRPr>
            </a:lvl7pPr>
            <a:lvl8pPr>
              <a:defRPr sz="2100" b="0">
                <a:solidFill>
                  <a:srgbClr val="176153"/>
                </a:solidFill>
                <a:latin typeface="Arial"/>
                <a:ea typeface="Arial"/>
                <a:cs typeface="Arial"/>
              </a:defRPr>
            </a:lvl8pPr>
            <a:lvl9pPr>
              <a:defRPr sz="2100" b="0">
                <a:solidFill>
                  <a:srgbClr val="176153"/>
                </a:solidFill>
                <a:latin typeface="Arial"/>
                <a:ea typeface="Arial"/>
                <a:cs typeface="Arial"/>
              </a:defRPr>
            </a:lvl9pPr>
          </a:lstStyle>
          <a:p xmlns:a="http://schemas.openxmlformats.org/drawingml/2006/main">
            <a:pPr>
              <a:defRPr sz="2100" b="0">
                <a:solidFill>
                  <a:srgbClr val="176153"/>
                </a:solidFill>
                <a:latin typeface="Arial"/>
                <a:ea typeface="Arial"/>
                <a:cs typeface="Arial"/>
              </a:defRPr>
            </a:pPr>
            <a:r>
              <a:rPr sz="2100" b="0">
                <a:solidFill>
                  <a:srgbClr val="176153"/>
                </a:solidFill>
                <a:latin typeface="Arial"/>
                <a:ea typeface="Arial"/>
                <a:cs typeface="Arial"/>
              </a:rPr>
              <a:t>Two registered CSV sources → one view → six versioned rows</a:t>
            </a:r>
          </a:p>
        </p:txBody>
      </p:sp>
      <p:pic>
        <p:nvPicPr>
          <p:cNvPr id="3" name="">
            <a:extLst xmlns:a="http://schemas.openxmlformats.org/drawingml/2006/main">
              <a:ext uri="{FF2B5EF4-FFF2-40B4-BE49-F238E27FC236}">
                <a16:creationId xmlns:a16="http://schemas.microsoft.com/office/drawing/2014/main" id="{088C978E-8E55-407C-92E0-568B14E696BC}"/>
              </a:ext>
            </a:extLst>
          </p:cNvPr>
          <p:cNvPicPr>
            <a:picLocks xmlns:a="http://schemas.openxmlformats.org/drawingml/2006/main" noChangeAspect="1"/>
          </p:cNvPicPr>
          <p:nvPr/>
        </p:nvPicPr>
        <p:blipFill>
          <a:blip xmlns:r="http://schemas.openxmlformats.org/officeDocument/2006/relationships" xmlns:a="http://schemas.openxmlformats.org/drawingml/2006/main" r:embed="Reb74aed37c5c4705"/>
          <a:stretch xmlns:a="http://schemas.openxmlformats.org/drawingml/2006/main"/>
        </p:blipFill>
        <p:spPr>
          <a:xfrm xmlns:a="http://schemas.openxmlformats.org/drawingml/2006/main">
            <a:off x="1610649" y="2000250"/>
            <a:ext cx="8970702" cy="4191000"/>
          </a:xfrm>
          <a:prstGeom xmlns:a="http://schemas.openxmlformats.org/drawingml/2006/main" prst="rect">
            <a:avLst/>
          </a:prstGeom>
        </p:spPr>
      </p:pic>
    </p:spTree>
    <p:extLst>
      <p:ext uri="{BB962C8B-B14F-4D97-AF65-F5344CB8AC3E}">
        <p14:creationId xmlns:p14="http://schemas.microsoft.com/office/powerpoint/2010/main" val="1027005099"/>
      </p:ext>
    </p:extLst>
  </p:cSld>
</p:sld>
</file>

<file path=ppt/slides/slide5.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182BB54-030A-4D6B-9282-0F6AA5D7F04A}"/>
              </a:ext>
            </a:extLst>
          </p:cNvPr>
          <p:cNvSpPr>
            <a:spLocks xmlns:a="http://schemas.openxmlformats.org/drawingml/2006/main" noGrp="1"/>
          </p:cNvSpPr>
          <p:nvPr/>
        </p:nvSpPr>
        <p:spPr>
          <a:xfrm xmlns:a="http://schemas.openxmlformats.org/drawingml/2006/main">
            <a:off x="609600" y="4286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03C"/>
                </a:solidFill>
                <a:latin typeface="Arial"/>
                <a:ea typeface="Arial"/>
                <a:cs typeface="Arial"/>
              </a:defRPr>
            </a:defPPr>
            <a:lvl1pPr>
              <a:defRPr sz="3300" b="1">
                <a:solidFill>
                  <a:srgbClr val="16303C"/>
                </a:solidFill>
                <a:latin typeface="Arial"/>
                <a:ea typeface="Arial"/>
                <a:cs typeface="Arial"/>
              </a:defRPr>
            </a:lvl1pPr>
            <a:lvl2pPr>
              <a:defRPr sz="3300" b="1">
                <a:solidFill>
                  <a:srgbClr val="16303C"/>
                </a:solidFill>
                <a:latin typeface="Arial"/>
                <a:ea typeface="Arial"/>
                <a:cs typeface="Arial"/>
              </a:defRPr>
            </a:lvl2pPr>
            <a:lvl3pPr>
              <a:defRPr sz="3300" b="1">
                <a:solidFill>
                  <a:srgbClr val="16303C"/>
                </a:solidFill>
                <a:latin typeface="Arial"/>
                <a:ea typeface="Arial"/>
                <a:cs typeface="Arial"/>
              </a:defRPr>
            </a:lvl3pPr>
            <a:lvl4pPr>
              <a:defRPr sz="3300" b="1">
                <a:solidFill>
                  <a:srgbClr val="16303C"/>
                </a:solidFill>
                <a:latin typeface="Arial"/>
                <a:ea typeface="Arial"/>
                <a:cs typeface="Arial"/>
              </a:defRPr>
            </a:lvl4pPr>
            <a:lvl5pPr>
              <a:defRPr sz="3300" b="1">
                <a:solidFill>
                  <a:srgbClr val="16303C"/>
                </a:solidFill>
                <a:latin typeface="Arial"/>
                <a:ea typeface="Arial"/>
                <a:cs typeface="Arial"/>
              </a:defRPr>
            </a:lvl5pPr>
            <a:lvl6pPr>
              <a:defRPr sz="3300" b="1">
                <a:solidFill>
                  <a:srgbClr val="16303C"/>
                </a:solidFill>
                <a:latin typeface="Arial"/>
                <a:ea typeface="Arial"/>
                <a:cs typeface="Arial"/>
              </a:defRPr>
            </a:lvl6pPr>
            <a:lvl7pPr>
              <a:defRPr sz="3300" b="1">
                <a:solidFill>
                  <a:srgbClr val="16303C"/>
                </a:solidFill>
                <a:latin typeface="Arial"/>
                <a:ea typeface="Arial"/>
                <a:cs typeface="Arial"/>
              </a:defRPr>
            </a:lvl7pPr>
            <a:lvl8pPr>
              <a:defRPr sz="3300" b="1">
                <a:solidFill>
                  <a:srgbClr val="16303C"/>
                </a:solidFill>
                <a:latin typeface="Arial"/>
                <a:ea typeface="Arial"/>
                <a:cs typeface="Arial"/>
              </a:defRPr>
            </a:lvl8pPr>
            <a:lvl9pPr>
              <a:defRPr sz="3300" b="1">
                <a:solidFill>
                  <a:srgbClr val="16303C"/>
                </a:solidFill>
                <a:latin typeface="Arial"/>
                <a:ea typeface="Arial"/>
                <a:cs typeface="Arial"/>
              </a:defRPr>
            </a:lvl9pPr>
          </a:lstStyle>
          <a:p xmlns:a="http://schemas.openxmlformats.org/drawingml/2006/main">
            <a:pPr>
              <a:defRPr sz="3300" b="1">
                <a:solidFill>
                  <a:srgbClr val="16303C"/>
                </a:solidFill>
                <a:latin typeface="Arial"/>
                <a:ea typeface="Arial"/>
                <a:cs typeface="Arial"/>
              </a:defRPr>
            </a:pPr>
            <a:r>
              <a:rPr sz="3300" b="1">
                <a:solidFill>
                  <a:srgbClr val="16303C"/>
                </a:solidFill>
                <a:latin typeface="Arial"/>
                <a:ea typeface="Arial"/>
                <a:cs typeface="Arial"/>
              </a:rPr>
              <a:t>One changed assessment; two preserved</a:t>
            </a:r>
          </a:p>
        </p:txBody>
      </p:sp>
      <p:sp>
        <p:nvSpPr>
          <p:cNvPr id="2" name="">
            <a:extLst xmlns:a="http://schemas.openxmlformats.org/drawingml/2006/main">
              <a:ext uri="{FF2B5EF4-FFF2-40B4-BE49-F238E27FC236}">
                <a16:creationId xmlns:a16="http://schemas.microsoft.com/office/drawing/2014/main" id="{E9CB8CF7-209D-4781-82E4-D7DFB7D7766C}"/>
              </a:ext>
            </a:extLst>
          </p:cNvPr>
          <p:cNvSpPr>
            <a:spLocks xmlns:a="http://schemas.openxmlformats.org/drawingml/2006/main" noGrp="1"/>
          </p:cNvSpPr>
          <p:nvPr/>
        </p:nvSpPr>
        <p:spPr>
          <a:xfrm xmlns:a="http://schemas.openxmlformats.org/drawingml/2006/main">
            <a:off x="609600" y="13811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6153"/>
                </a:solidFill>
                <a:latin typeface="Arial"/>
                <a:ea typeface="Arial"/>
                <a:cs typeface="Arial"/>
              </a:defRPr>
            </a:defPPr>
            <a:lvl1pPr>
              <a:defRPr sz="2100" b="0">
                <a:solidFill>
                  <a:srgbClr val="176153"/>
                </a:solidFill>
                <a:latin typeface="Arial"/>
                <a:ea typeface="Arial"/>
                <a:cs typeface="Arial"/>
              </a:defRPr>
            </a:lvl1pPr>
            <a:lvl2pPr>
              <a:defRPr sz="2100" b="0">
                <a:solidFill>
                  <a:srgbClr val="176153"/>
                </a:solidFill>
                <a:latin typeface="Arial"/>
                <a:ea typeface="Arial"/>
                <a:cs typeface="Arial"/>
              </a:defRPr>
            </a:lvl2pPr>
            <a:lvl3pPr>
              <a:defRPr sz="2100" b="0">
                <a:solidFill>
                  <a:srgbClr val="176153"/>
                </a:solidFill>
                <a:latin typeface="Arial"/>
                <a:ea typeface="Arial"/>
                <a:cs typeface="Arial"/>
              </a:defRPr>
            </a:lvl3pPr>
            <a:lvl4pPr>
              <a:defRPr sz="2100" b="0">
                <a:solidFill>
                  <a:srgbClr val="176153"/>
                </a:solidFill>
                <a:latin typeface="Arial"/>
                <a:ea typeface="Arial"/>
                <a:cs typeface="Arial"/>
              </a:defRPr>
            </a:lvl4pPr>
            <a:lvl5pPr>
              <a:defRPr sz="2100" b="0">
                <a:solidFill>
                  <a:srgbClr val="176153"/>
                </a:solidFill>
                <a:latin typeface="Arial"/>
                <a:ea typeface="Arial"/>
                <a:cs typeface="Arial"/>
              </a:defRPr>
            </a:lvl5pPr>
            <a:lvl6pPr>
              <a:defRPr sz="2100" b="0">
                <a:solidFill>
                  <a:srgbClr val="176153"/>
                </a:solidFill>
                <a:latin typeface="Arial"/>
                <a:ea typeface="Arial"/>
                <a:cs typeface="Arial"/>
              </a:defRPr>
            </a:lvl6pPr>
            <a:lvl7pPr>
              <a:defRPr sz="2100" b="0">
                <a:solidFill>
                  <a:srgbClr val="176153"/>
                </a:solidFill>
                <a:latin typeface="Arial"/>
                <a:ea typeface="Arial"/>
                <a:cs typeface="Arial"/>
              </a:defRPr>
            </a:lvl7pPr>
            <a:lvl8pPr>
              <a:defRPr sz="2100" b="0">
                <a:solidFill>
                  <a:srgbClr val="176153"/>
                </a:solidFill>
                <a:latin typeface="Arial"/>
                <a:ea typeface="Arial"/>
                <a:cs typeface="Arial"/>
              </a:defRPr>
            </a:lvl8pPr>
            <a:lvl9pPr>
              <a:defRPr sz="2100" b="0">
                <a:solidFill>
                  <a:srgbClr val="176153"/>
                </a:solidFill>
                <a:latin typeface="Arial"/>
                <a:ea typeface="Arial"/>
                <a:cs typeface="Arial"/>
              </a:defRPr>
            </a:lvl9pPr>
          </a:lstStyle>
          <a:p xmlns:a="http://schemas.openxmlformats.org/drawingml/2006/main">
            <a:pPr>
              <a:defRPr sz="2100" b="0">
                <a:solidFill>
                  <a:srgbClr val="176153"/>
                </a:solidFill>
                <a:latin typeface="Arial"/>
                <a:ea typeface="Arial"/>
                <a:cs typeface="Arial"/>
              </a:defRPr>
            </a:pPr>
            <a:r>
              <a:rPr sz="2100" b="0">
                <a:solidFill>
                  <a:srgbClr val="176153"/>
                </a:solidFill>
                <a:latin typeface="Arial"/>
                <a:ea typeface="Arial"/>
                <a:cs typeface="Arial"/>
              </a:rPr>
              <a:t>Staff: meets → does not meet · Date and region: preserved</a:t>
            </a:r>
          </a:p>
        </p:txBody>
      </p:sp>
      <p:pic>
        <p:nvPicPr>
          <p:cNvPr id="3" name="">
            <a:extLst xmlns:a="http://schemas.openxmlformats.org/drawingml/2006/main">
              <a:ext uri="{FF2B5EF4-FFF2-40B4-BE49-F238E27FC236}">
                <a16:creationId xmlns:a16="http://schemas.microsoft.com/office/drawing/2014/main" id="{0F9B8980-2067-4FAE-A941-450A5D5DC09C}"/>
              </a:ext>
            </a:extLst>
          </p:cNvPr>
          <p:cNvPicPr>
            <a:picLocks xmlns:a="http://schemas.openxmlformats.org/drawingml/2006/main" noChangeAspect="1"/>
          </p:cNvPicPr>
          <p:nvPr/>
        </p:nvPicPr>
        <p:blipFill>
          <a:blip xmlns:r="http://schemas.openxmlformats.org/officeDocument/2006/relationships" xmlns:a="http://schemas.openxmlformats.org/drawingml/2006/main" r:embed="Rc2e190b83beb4762"/>
          <a:stretch xmlns:a="http://schemas.openxmlformats.org/drawingml/2006/main"/>
        </p:blipFill>
        <p:spPr>
          <a:xfrm xmlns:a="http://schemas.openxmlformats.org/drawingml/2006/main">
            <a:off x="982980" y="2000250"/>
            <a:ext cx="10226040" cy="4191000"/>
          </a:xfrm>
          <a:prstGeom xmlns:a="http://schemas.openxmlformats.org/drawingml/2006/main" prst="rect">
            <a:avLst/>
          </a:prstGeom>
        </p:spPr>
      </p:pic>
    </p:spTree>
    <p:extLst>
      <p:ext uri="{BB962C8B-B14F-4D97-AF65-F5344CB8AC3E}">
        <p14:creationId xmlns:p14="http://schemas.microsoft.com/office/powerpoint/2010/main" val="1680614429"/>
      </p:ext>
    </p:extLst>
  </p:cSld>
</p:sld>
</file>

<file path=ppt/slides/slide6.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3D4EEE-A8E8-4FF5-81C8-1C03CC9D39FF}"/>
              </a:ext>
            </a:extLst>
          </p:cNvPr>
          <p:cNvSpPr>
            <a:spLocks xmlns:a="http://schemas.openxmlformats.org/drawingml/2006/main" noGrp="1"/>
          </p:cNvSpPr>
          <p:nvPr/>
        </p:nvSpPr>
        <p:spPr>
          <a:xfrm xmlns:a="http://schemas.openxmlformats.org/drawingml/2006/main">
            <a:off x="609600" y="4286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03C"/>
                </a:solidFill>
                <a:latin typeface="Arial"/>
                <a:ea typeface="Arial"/>
                <a:cs typeface="Arial"/>
              </a:defRPr>
            </a:defPPr>
            <a:lvl1pPr>
              <a:defRPr sz="3300" b="1">
                <a:solidFill>
                  <a:srgbClr val="16303C"/>
                </a:solidFill>
                <a:latin typeface="Arial"/>
                <a:ea typeface="Arial"/>
                <a:cs typeface="Arial"/>
              </a:defRPr>
            </a:lvl1pPr>
            <a:lvl2pPr>
              <a:defRPr sz="3300" b="1">
                <a:solidFill>
                  <a:srgbClr val="16303C"/>
                </a:solidFill>
                <a:latin typeface="Arial"/>
                <a:ea typeface="Arial"/>
                <a:cs typeface="Arial"/>
              </a:defRPr>
            </a:lvl2pPr>
            <a:lvl3pPr>
              <a:defRPr sz="3300" b="1">
                <a:solidFill>
                  <a:srgbClr val="16303C"/>
                </a:solidFill>
                <a:latin typeface="Arial"/>
                <a:ea typeface="Arial"/>
                <a:cs typeface="Arial"/>
              </a:defRPr>
            </a:lvl3pPr>
            <a:lvl4pPr>
              <a:defRPr sz="3300" b="1">
                <a:solidFill>
                  <a:srgbClr val="16303C"/>
                </a:solidFill>
                <a:latin typeface="Arial"/>
                <a:ea typeface="Arial"/>
                <a:cs typeface="Arial"/>
              </a:defRPr>
            </a:lvl4pPr>
            <a:lvl5pPr>
              <a:defRPr sz="3300" b="1">
                <a:solidFill>
                  <a:srgbClr val="16303C"/>
                </a:solidFill>
                <a:latin typeface="Arial"/>
                <a:ea typeface="Arial"/>
                <a:cs typeface="Arial"/>
              </a:defRPr>
            </a:lvl5pPr>
            <a:lvl6pPr>
              <a:defRPr sz="3300" b="1">
                <a:solidFill>
                  <a:srgbClr val="16303C"/>
                </a:solidFill>
                <a:latin typeface="Arial"/>
                <a:ea typeface="Arial"/>
                <a:cs typeface="Arial"/>
              </a:defRPr>
            </a:lvl6pPr>
            <a:lvl7pPr>
              <a:defRPr sz="3300" b="1">
                <a:solidFill>
                  <a:srgbClr val="16303C"/>
                </a:solidFill>
                <a:latin typeface="Arial"/>
                <a:ea typeface="Arial"/>
                <a:cs typeface="Arial"/>
              </a:defRPr>
            </a:lvl7pPr>
            <a:lvl8pPr>
              <a:defRPr sz="3300" b="1">
                <a:solidFill>
                  <a:srgbClr val="16303C"/>
                </a:solidFill>
                <a:latin typeface="Arial"/>
                <a:ea typeface="Arial"/>
                <a:cs typeface="Arial"/>
              </a:defRPr>
            </a:lvl8pPr>
            <a:lvl9pPr>
              <a:defRPr sz="3300" b="1">
                <a:solidFill>
                  <a:srgbClr val="16303C"/>
                </a:solidFill>
                <a:latin typeface="Arial"/>
                <a:ea typeface="Arial"/>
                <a:cs typeface="Arial"/>
              </a:defRPr>
            </a:lvl9pPr>
          </a:lstStyle>
          <a:p xmlns:a="http://schemas.openxmlformats.org/drawingml/2006/main">
            <a:pPr>
              <a:defRPr sz="3300" b="1">
                <a:solidFill>
                  <a:srgbClr val="16303C"/>
                </a:solidFill>
                <a:latin typeface="Arial"/>
                <a:ea typeface="Arial"/>
                <a:cs typeface="Arial"/>
              </a:defRPr>
            </a:pPr>
            <a:r>
              <a:rPr sz="3300" b="1">
                <a:solidFill>
                  <a:srgbClr val="16303C"/>
                </a:solidFill>
                <a:latin typeface="Arial"/>
                <a:ea typeface="Arial"/>
                <a:cs typeface="Arial"/>
              </a:rPr>
              <a:t>Validation and operating limits</a:t>
            </a:r>
          </a:p>
        </p:txBody>
      </p:sp>
      <p:sp>
        <p:nvSpPr>
          <p:cNvPr id="2" name="">
            <a:extLst xmlns:a="http://schemas.openxmlformats.org/drawingml/2006/main">
              <a:ext uri="{FF2B5EF4-FFF2-40B4-BE49-F238E27FC236}">
                <a16:creationId xmlns:a16="http://schemas.microsoft.com/office/drawing/2014/main" id="{344A5D58-73D8-442C-B1CF-025DB36FAC47}"/>
              </a:ext>
            </a:extLst>
          </p:cNvPr>
          <p:cNvSpPr>
            <a:spLocks xmlns:a="http://schemas.openxmlformats.org/drawingml/2006/main" noGrp="1"/>
          </p:cNvSpPr>
          <p:nvPr/>
        </p:nvSpPr>
        <p:spPr>
          <a:xfrm xmlns:a="http://schemas.openxmlformats.org/drawingml/2006/main">
            <a:off x="609600" y="1543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176153"/>
                </a:solidFill>
                <a:latin typeface="Arial"/>
                <a:ea typeface="Arial"/>
                <a:cs typeface="Arial"/>
              </a:defRPr>
            </a:defPPr>
            <a:lvl1pPr>
              <a:defRPr sz="2775" b="1">
                <a:solidFill>
                  <a:srgbClr val="176153"/>
                </a:solidFill>
                <a:latin typeface="Arial"/>
                <a:ea typeface="Arial"/>
                <a:cs typeface="Arial"/>
              </a:defRPr>
            </a:lvl1pPr>
            <a:lvl2pPr>
              <a:defRPr sz="2775" b="1">
                <a:solidFill>
                  <a:srgbClr val="176153"/>
                </a:solidFill>
                <a:latin typeface="Arial"/>
                <a:ea typeface="Arial"/>
                <a:cs typeface="Arial"/>
              </a:defRPr>
            </a:lvl2pPr>
            <a:lvl3pPr>
              <a:defRPr sz="2775" b="1">
                <a:solidFill>
                  <a:srgbClr val="176153"/>
                </a:solidFill>
                <a:latin typeface="Arial"/>
                <a:ea typeface="Arial"/>
                <a:cs typeface="Arial"/>
              </a:defRPr>
            </a:lvl3pPr>
            <a:lvl4pPr>
              <a:defRPr sz="2775" b="1">
                <a:solidFill>
                  <a:srgbClr val="176153"/>
                </a:solidFill>
                <a:latin typeface="Arial"/>
                <a:ea typeface="Arial"/>
                <a:cs typeface="Arial"/>
              </a:defRPr>
            </a:lvl4pPr>
            <a:lvl5pPr>
              <a:defRPr sz="2775" b="1">
                <a:solidFill>
                  <a:srgbClr val="176153"/>
                </a:solidFill>
                <a:latin typeface="Arial"/>
                <a:ea typeface="Arial"/>
                <a:cs typeface="Arial"/>
              </a:defRPr>
            </a:lvl5pPr>
            <a:lvl6pPr>
              <a:defRPr sz="2775" b="1">
                <a:solidFill>
                  <a:srgbClr val="176153"/>
                </a:solidFill>
                <a:latin typeface="Arial"/>
                <a:ea typeface="Arial"/>
                <a:cs typeface="Arial"/>
              </a:defRPr>
            </a:lvl6pPr>
            <a:lvl7pPr>
              <a:defRPr sz="2775" b="1">
                <a:solidFill>
                  <a:srgbClr val="176153"/>
                </a:solidFill>
                <a:latin typeface="Arial"/>
                <a:ea typeface="Arial"/>
                <a:cs typeface="Arial"/>
              </a:defRPr>
            </a:lvl7pPr>
            <a:lvl8pPr>
              <a:defRPr sz="2775" b="1">
                <a:solidFill>
                  <a:srgbClr val="176153"/>
                </a:solidFill>
                <a:latin typeface="Arial"/>
                <a:ea typeface="Arial"/>
                <a:cs typeface="Arial"/>
              </a:defRPr>
            </a:lvl8pPr>
            <a:lvl9pPr>
              <a:defRPr sz="2775" b="1">
                <a:solidFill>
                  <a:srgbClr val="176153"/>
                </a:solidFill>
                <a:latin typeface="Arial"/>
                <a:ea typeface="Arial"/>
                <a:cs typeface="Arial"/>
              </a:defRPr>
            </a:lvl9pPr>
          </a:lstStyle>
          <a:p xmlns:a="http://schemas.openxmlformats.org/drawingml/2006/main">
            <a:pPr>
              <a:defRPr sz="2775" b="1">
                <a:solidFill>
                  <a:srgbClr val="176153"/>
                </a:solidFill>
                <a:latin typeface="Arial"/>
                <a:ea typeface="Arial"/>
                <a:cs typeface="Arial"/>
              </a:defRPr>
            </a:pPr>
            <a:r>
              <a:rPr sz="2775" b="1">
                <a:solidFill>
                  <a:srgbClr val="176153"/>
                </a:solidFill>
                <a:latin typeface="Arial"/>
                <a:ea typeface="Arial"/>
                <a:cs typeface="Arial"/>
              </a:rPr>
              <a:t>29 application tests · 13 H-MEM checks · 55 synthetic cases</a:t>
            </a:r>
          </a:p>
        </p:txBody>
      </p:sp>
      <p:sp>
        <p:nvSpPr>
          <p:cNvPr id="3" name="">
            <a:extLst xmlns:a="http://schemas.openxmlformats.org/drawingml/2006/main">
              <a:ext uri="{FF2B5EF4-FFF2-40B4-BE49-F238E27FC236}">
                <a16:creationId xmlns:a16="http://schemas.microsoft.com/office/drawing/2014/main" id="{FE9C3C68-A661-4128-8E7A-325B408AC8D7}"/>
              </a:ext>
            </a:extLst>
          </p:cNvPr>
          <p:cNvSpPr>
            <a:spLocks xmlns:a="http://schemas.openxmlformats.org/drawingml/2006/main" noGrp="1"/>
          </p:cNvSpPr>
          <p:nvPr/>
        </p:nvSpPr>
        <p:spPr>
          <a:xfrm xmlns:a="http://schemas.openxmlformats.org/drawingml/2006/main">
            <a:off x="609600" y="2905125"/>
            <a:ext cx="108108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6303C"/>
                </a:solidFill>
                <a:latin typeface="Arial"/>
                <a:ea typeface="Arial"/>
                <a:cs typeface="Arial"/>
              </a:defRPr>
            </a:defPPr>
            <a:lvl1pPr>
              <a:defRPr sz="2250" b="0">
                <a:solidFill>
                  <a:srgbClr val="16303C"/>
                </a:solidFill>
                <a:latin typeface="Arial"/>
                <a:ea typeface="Arial"/>
                <a:cs typeface="Arial"/>
              </a:defRPr>
            </a:lvl1pPr>
            <a:lvl2pPr>
              <a:defRPr sz="2250" b="0">
                <a:solidFill>
                  <a:srgbClr val="16303C"/>
                </a:solidFill>
                <a:latin typeface="Arial"/>
                <a:ea typeface="Arial"/>
                <a:cs typeface="Arial"/>
              </a:defRPr>
            </a:lvl2pPr>
            <a:lvl3pPr>
              <a:defRPr sz="2250" b="0">
                <a:solidFill>
                  <a:srgbClr val="16303C"/>
                </a:solidFill>
                <a:latin typeface="Arial"/>
                <a:ea typeface="Arial"/>
                <a:cs typeface="Arial"/>
              </a:defRPr>
            </a:lvl3pPr>
            <a:lvl4pPr>
              <a:defRPr sz="2250" b="0">
                <a:solidFill>
                  <a:srgbClr val="16303C"/>
                </a:solidFill>
                <a:latin typeface="Arial"/>
                <a:ea typeface="Arial"/>
                <a:cs typeface="Arial"/>
              </a:defRPr>
            </a:lvl4pPr>
            <a:lvl5pPr>
              <a:defRPr sz="2250" b="0">
                <a:solidFill>
                  <a:srgbClr val="16303C"/>
                </a:solidFill>
                <a:latin typeface="Arial"/>
                <a:ea typeface="Arial"/>
                <a:cs typeface="Arial"/>
              </a:defRPr>
            </a:lvl5pPr>
            <a:lvl6pPr>
              <a:defRPr sz="2250" b="0">
                <a:solidFill>
                  <a:srgbClr val="16303C"/>
                </a:solidFill>
                <a:latin typeface="Arial"/>
                <a:ea typeface="Arial"/>
                <a:cs typeface="Arial"/>
              </a:defRPr>
            </a:lvl6pPr>
            <a:lvl7pPr>
              <a:defRPr sz="2250" b="0">
                <a:solidFill>
                  <a:srgbClr val="16303C"/>
                </a:solidFill>
                <a:latin typeface="Arial"/>
                <a:ea typeface="Arial"/>
                <a:cs typeface="Arial"/>
              </a:defRPr>
            </a:lvl7pPr>
            <a:lvl8pPr>
              <a:defRPr sz="2250" b="0">
                <a:solidFill>
                  <a:srgbClr val="16303C"/>
                </a:solidFill>
                <a:latin typeface="Arial"/>
                <a:ea typeface="Arial"/>
                <a:cs typeface="Arial"/>
              </a:defRPr>
            </a:lvl8pPr>
            <a:lvl9pPr>
              <a:defRPr sz="2250" b="0">
                <a:solidFill>
                  <a:srgbClr val="16303C"/>
                </a:solidFill>
                <a:latin typeface="Arial"/>
                <a:ea typeface="Arial"/>
                <a:cs typeface="Arial"/>
              </a:defRPr>
            </a:lvl9pPr>
          </a:lstStyle>
          <a:p xmlns:a="http://schemas.openxmlformats.org/drawingml/2006/main">
            <a:pPr>
              <a:defRPr sz="2250" b="0">
                <a:solidFill>
                  <a:srgbClr val="16303C"/>
                </a:solidFill>
                <a:latin typeface="Arial"/>
                <a:ea typeface="Arial"/>
                <a:cs typeface="Arial"/>
              </a:defRPr>
            </a:pPr>
            <a:r>
              <a:rPr sz="2250" b="0">
                <a:solidFill>
                  <a:srgbClr val="16303C"/>
                </a:solidFill>
                <a:latin typeface="Arial"/>
                <a:ea typeface="Arial"/>
                <a:cs typeface="Arial"/>
              </a:rPr>
              <a:t>Real feature: 4 fresh local model replies, 3 validated criteria,</a:t>
            </a:r>
          </a:p>
          <a:p xmlns:a="http://schemas.openxmlformats.org/drawingml/2006/main">
            <a:pPr>
              <a:defRPr sz="2250" b="0">
                <a:solidFill>
                  <a:srgbClr val="16303C"/>
                </a:solidFill>
                <a:latin typeface="Arial"/>
                <a:ea typeface="Arial"/>
                <a:cs typeface="Arial"/>
              </a:defRPr>
            </a:pPr>
            <a:r>
              <a:rPr sz="2250" b="0">
                <a:solidFill>
                  <a:srgbClr val="16303C"/>
                </a:solidFill>
                <a:latin typeface="Arial"/>
                <a:ea typeface="Arial"/>
                <a:cs typeface="Arial"/>
              </a:rPr>
              <a:t>4 H-MEM records, 0 abstentions; local compute cost $0.</a:t>
            </a:r>
          </a:p>
          <a:p xmlns:a="http://schemas.openxmlformats.org/drawingml/2006/main">
            <a:pPr>
              <a:defRPr sz="2250" b="0">
                <a:solidFill>
                  <a:srgbClr val="16303C"/>
                </a:solidFill>
                <a:latin typeface="Arial"/>
                <a:ea typeface="Arial"/>
                <a:cs typeface="Arial"/>
              </a:defRPr>
            </a:pPr>
            <a:r>
              <a:rPr sz="2250" b="0">
                <a:solidFill>
                  <a:srgbClr val="16303C"/>
                </a:solidFill>
                <a:latin typeface="Arial"/>
                <a:ea typeface="Arial"/>
                <a:cs typeface="Arial"/>
              </a:rPr>
              <a:t>All 4 receipt signatures verify against the daemon’s public key.</a:t>
            </a:r>
          </a:p>
        </p:txBody>
      </p:sp>
      <p:sp>
        <p:nvSpPr>
          <p:cNvPr id="4" name="">
            <a:extLst xmlns:a="http://schemas.openxmlformats.org/drawingml/2006/main">
              <a:ext uri="{FF2B5EF4-FFF2-40B4-BE49-F238E27FC236}">
                <a16:creationId xmlns:a16="http://schemas.microsoft.com/office/drawing/2014/main" id="{6D54C8C2-F422-4401-99D5-C0031CCF55DC}"/>
              </a:ext>
            </a:extLst>
          </p:cNvPr>
          <p:cNvSpPr>
            <a:spLocks xmlns:a="http://schemas.openxmlformats.org/drawingml/2006/main" noGrp="1"/>
          </p:cNvSpPr>
          <p:nvPr/>
        </p:nvSpPr>
        <p:spPr>
          <a:xfrm xmlns:a="http://schemas.openxmlformats.org/drawingml/2006/main">
            <a:off x="609600" y="4905375"/>
            <a:ext cx="10810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303C"/>
                </a:solidFill>
                <a:latin typeface="Arial"/>
                <a:ea typeface="Arial"/>
                <a:cs typeface="Arial"/>
              </a:defRPr>
            </a:defPPr>
            <a:lvl1pPr>
              <a:defRPr sz="2100" b="0">
                <a:solidFill>
                  <a:srgbClr val="16303C"/>
                </a:solidFill>
                <a:latin typeface="Arial"/>
                <a:ea typeface="Arial"/>
                <a:cs typeface="Arial"/>
              </a:defRPr>
            </a:lvl1pPr>
            <a:lvl2pPr>
              <a:defRPr sz="2100" b="0">
                <a:solidFill>
                  <a:srgbClr val="16303C"/>
                </a:solidFill>
                <a:latin typeface="Arial"/>
                <a:ea typeface="Arial"/>
                <a:cs typeface="Arial"/>
              </a:defRPr>
            </a:lvl2pPr>
            <a:lvl3pPr>
              <a:defRPr sz="2100" b="0">
                <a:solidFill>
                  <a:srgbClr val="16303C"/>
                </a:solidFill>
                <a:latin typeface="Arial"/>
                <a:ea typeface="Arial"/>
                <a:cs typeface="Arial"/>
              </a:defRPr>
            </a:lvl3pPr>
            <a:lvl4pPr>
              <a:defRPr sz="2100" b="0">
                <a:solidFill>
                  <a:srgbClr val="16303C"/>
                </a:solidFill>
                <a:latin typeface="Arial"/>
                <a:ea typeface="Arial"/>
                <a:cs typeface="Arial"/>
              </a:defRPr>
            </a:lvl4pPr>
            <a:lvl5pPr>
              <a:defRPr sz="2100" b="0">
                <a:solidFill>
                  <a:srgbClr val="16303C"/>
                </a:solidFill>
                <a:latin typeface="Arial"/>
                <a:ea typeface="Arial"/>
                <a:cs typeface="Arial"/>
              </a:defRPr>
            </a:lvl5pPr>
            <a:lvl6pPr>
              <a:defRPr sz="2100" b="0">
                <a:solidFill>
                  <a:srgbClr val="16303C"/>
                </a:solidFill>
                <a:latin typeface="Arial"/>
                <a:ea typeface="Arial"/>
                <a:cs typeface="Arial"/>
              </a:defRPr>
            </a:lvl6pPr>
            <a:lvl7pPr>
              <a:defRPr sz="2100" b="0">
                <a:solidFill>
                  <a:srgbClr val="16303C"/>
                </a:solidFill>
                <a:latin typeface="Arial"/>
                <a:ea typeface="Arial"/>
                <a:cs typeface="Arial"/>
              </a:defRPr>
            </a:lvl7pPr>
            <a:lvl8pPr>
              <a:defRPr sz="2100" b="0">
                <a:solidFill>
                  <a:srgbClr val="16303C"/>
                </a:solidFill>
                <a:latin typeface="Arial"/>
                <a:ea typeface="Arial"/>
                <a:cs typeface="Arial"/>
              </a:defRPr>
            </a:lvl8pPr>
            <a:lvl9pPr>
              <a:defRPr sz="2100" b="0">
                <a:solidFill>
                  <a:srgbClr val="16303C"/>
                </a:solidFill>
                <a:latin typeface="Arial"/>
                <a:ea typeface="Arial"/>
                <a:cs typeface="Arial"/>
              </a:defRPr>
            </a:lvl9pPr>
          </a:lstStyle>
          <a:p xmlns:a="http://schemas.openxmlformats.org/drawingml/2006/main">
            <a:pPr>
              <a:defRPr sz="2100" b="0">
                <a:solidFill>
                  <a:srgbClr val="16303C"/>
                </a:solidFill>
                <a:latin typeface="Arial"/>
                <a:ea typeface="Arial"/>
                <a:cs typeface="Arial"/>
              </a:defRPr>
            </a:pPr>
            <a:r>
              <a:rPr sz="2100" b="0">
                <a:solidFill>
                  <a:srgbClr val="16303C"/>
                </a:solidFill>
                <a:latin typeface="Arial"/>
                <a:ea typeface="Arial"/>
                <a:cs typeface="Arial"/>
              </a:rPr>
              <a:t>Limits: three explicit English rule grammars and a controlled synthetic fixture. Unsupported wording enters human review. These checks do not measure real-world grant eligibility accuracy.</a:t>
            </a:r>
          </a:p>
        </p:txBody>
      </p:sp>
    </p:spTree>
    <p:extLst>
      <p:ext uri="{BB962C8B-B14F-4D97-AF65-F5344CB8AC3E}">
        <p14:creationId xmlns:p14="http://schemas.microsoft.com/office/powerpoint/2010/main" val="686453987"/>
      </p:ext>
    </p:extLst>
  </p:cSld>
</p:sld>
</file>

<file path=ppt/slides/slide7.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FA55755-CF5D-4AD0-AC51-58507B28D0BB}"/>
              </a:ext>
            </a:extLst>
          </p:cNvPr>
          <p:cNvSpPr>
            <a:spLocks xmlns:a="http://schemas.openxmlformats.org/drawingml/2006/main" noGrp="1"/>
          </p:cNvSpPr>
          <p:nvPr/>
        </p:nvSpPr>
        <p:spPr>
          <a:xfrm xmlns:a="http://schemas.openxmlformats.org/drawingml/2006/main">
            <a:off x="609600" y="4286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03C"/>
                </a:solidFill>
                <a:latin typeface="Arial"/>
                <a:ea typeface="Arial"/>
                <a:cs typeface="Arial"/>
              </a:defRPr>
            </a:defPPr>
            <a:lvl1pPr>
              <a:defRPr sz="3300" b="1">
                <a:solidFill>
                  <a:srgbClr val="16303C"/>
                </a:solidFill>
                <a:latin typeface="Arial"/>
                <a:ea typeface="Arial"/>
                <a:cs typeface="Arial"/>
              </a:defRPr>
            </a:lvl1pPr>
            <a:lvl2pPr>
              <a:defRPr sz="3300" b="1">
                <a:solidFill>
                  <a:srgbClr val="16303C"/>
                </a:solidFill>
                <a:latin typeface="Arial"/>
                <a:ea typeface="Arial"/>
                <a:cs typeface="Arial"/>
              </a:defRPr>
            </a:lvl2pPr>
            <a:lvl3pPr>
              <a:defRPr sz="3300" b="1">
                <a:solidFill>
                  <a:srgbClr val="16303C"/>
                </a:solidFill>
                <a:latin typeface="Arial"/>
                <a:ea typeface="Arial"/>
                <a:cs typeface="Arial"/>
              </a:defRPr>
            </a:lvl3pPr>
            <a:lvl4pPr>
              <a:defRPr sz="3300" b="1">
                <a:solidFill>
                  <a:srgbClr val="16303C"/>
                </a:solidFill>
                <a:latin typeface="Arial"/>
                <a:ea typeface="Arial"/>
                <a:cs typeface="Arial"/>
              </a:defRPr>
            </a:lvl4pPr>
            <a:lvl5pPr>
              <a:defRPr sz="3300" b="1">
                <a:solidFill>
                  <a:srgbClr val="16303C"/>
                </a:solidFill>
                <a:latin typeface="Arial"/>
                <a:ea typeface="Arial"/>
                <a:cs typeface="Arial"/>
              </a:defRPr>
            </a:lvl5pPr>
            <a:lvl6pPr>
              <a:defRPr sz="3300" b="1">
                <a:solidFill>
                  <a:srgbClr val="16303C"/>
                </a:solidFill>
                <a:latin typeface="Arial"/>
                <a:ea typeface="Arial"/>
                <a:cs typeface="Arial"/>
              </a:defRPr>
            </a:lvl6pPr>
            <a:lvl7pPr>
              <a:defRPr sz="3300" b="1">
                <a:solidFill>
                  <a:srgbClr val="16303C"/>
                </a:solidFill>
                <a:latin typeface="Arial"/>
                <a:ea typeface="Arial"/>
                <a:cs typeface="Arial"/>
              </a:defRPr>
            </a:lvl7pPr>
            <a:lvl8pPr>
              <a:defRPr sz="3300" b="1">
                <a:solidFill>
                  <a:srgbClr val="16303C"/>
                </a:solidFill>
                <a:latin typeface="Arial"/>
                <a:ea typeface="Arial"/>
                <a:cs typeface="Arial"/>
              </a:defRPr>
            </a:lvl8pPr>
            <a:lvl9pPr>
              <a:defRPr sz="3300" b="1">
                <a:solidFill>
                  <a:srgbClr val="16303C"/>
                </a:solidFill>
                <a:latin typeface="Arial"/>
                <a:ea typeface="Arial"/>
                <a:cs typeface="Arial"/>
              </a:defRPr>
            </a:lvl9pPr>
          </a:lstStyle>
          <a:p xmlns:a="http://schemas.openxmlformats.org/drawingml/2006/main">
            <a:pPr>
              <a:defRPr sz="3300" b="1">
                <a:solidFill>
                  <a:srgbClr val="16303C"/>
                </a:solidFill>
                <a:latin typeface="Arial"/>
                <a:ea typeface="Arial"/>
                <a:cs typeface="Arial"/>
              </a:defRPr>
            </a:pPr>
            <a:r>
              <a:rPr sz="3300" b="1">
                <a:solidFill>
                  <a:srgbClr val="16303C"/>
                </a:solidFill>
                <a:latin typeface="Arial"/>
                <a:ea typeface="Arial"/>
                <a:cs typeface="Arial"/>
              </a:rPr>
              <a:t>Technical stack and sponsor contribution</a:t>
            </a:r>
          </a:p>
        </p:txBody>
      </p:sp>
      <p:sp>
        <p:nvSpPr>
          <p:cNvPr id="2" name="">
            <a:extLst xmlns:a="http://schemas.openxmlformats.org/drawingml/2006/main">
              <a:ext uri="{FF2B5EF4-FFF2-40B4-BE49-F238E27FC236}">
                <a16:creationId xmlns:a16="http://schemas.microsoft.com/office/drawing/2014/main" id="{37C45E11-A84F-4A1A-A440-844171761DF2}"/>
              </a:ext>
            </a:extLst>
          </p:cNvPr>
          <p:cNvSpPr>
            <a:spLocks xmlns:a="http://schemas.openxmlformats.org/drawingml/2006/main" noGrp="1"/>
          </p:cNvSpPr>
          <p:nvPr/>
        </p:nvSpPr>
        <p:spPr>
          <a:xfrm xmlns:a="http://schemas.openxmlformats.org/drawingml/2006/main">
            <a:off x="609600" y="148590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6153"/>
                </a:solidFill>
                <a:latin typeface="Arial"/>
                <a:ea typeface="Arial"/>
                <a:cs typeface="Arial"/>
              </a:defRPr>
            </a:defPPr>
            <a:lvl1pPr>
              <a:defRPr sz="2175" b="1">
                <a:solidFill>
                  <a:srgbClr val="176153"/>
                </a:solidFill>
                <a:latin typeface="Arial"/>
                <a:ea typeface="Arial"/>
                <a:cs typeface="Arial"/>
              </a:defRPr>
            </a:lvl1pPr>
            <a:lvl2pPr>
              <a:defRPr sz="2175" b="1">
                <a:solidFill>
                  <a:srgbClr val="176153"/>
                </a:solidFill>
                <a:latin typeface="Arial"/>
                <a:ea typeface="Arial"/>
                <a:cs typeface="Arial"/>
              </a:defRPr>
            </a:lvl2pPr>
            <a:lvl3pPr>
              <a:defRPr sz="2175" b="1">
                <a:solidFill>
                  <a:srgbClr val="176153"/>
                </a:solidFill>
                <a:latin typeface="Arial"/>
                <a:ea typeface="Arial"/>
                <a:cs typeface="Arial"/>
              </a:defRPr>
            </a:lvl3pPr>
            <a:lvl4pPr>
              <a:defRPr sz="2175" b="1">
                <a:solidFill>
                  <a:srgbClr val="176153"/>
                </a:solidFill>
                <a:latin typeface="Arial"/>
                <a:ea typeface="Arial"/>
                <a:cs typeface="Arial"/>
              </a:defRPr>
            </a:lvl4pPr>
            <a:lvl5pPr>
              <a:defRPr sz="2175" b="1">
                <a:solidFill>
                  <a:srgbClr val="176153"/>
                </a:solidFill>
                <a:latin typeface="Arial"/>
                <a:ea typeface="Arial"/>
                <a:cs typeface="Arial"/>
              </a:defRPr>
            </a:lvl5pPr>
            <a:lvl6pPr>
              <a:defRPr sz="2175" b="1">
                <a:solidFill>
                  <a:srgbClr val="176153"/>
                </a:solidFill>
                <a:latin typeface="Arial"/>
                <a:ea typeface="Arial"/>
                <a:cs typeface="Arial"/>
              </a:defRPr>
            </a:lvl6pPr>
            <a:lvl7pPr>
              <a:defRPr sz="2175" b="1">
                <a:solidFill>
                  <a:srgbClr val="176153"/>
                </a:solidFill>
                <a:latin typeface="Arial"/>
                <a:ea typeface="Arial"/>
                <a:cs typeface="Arial"/>
              </a:defRPr>
            </a:lvl7pPr>
            <a:lvl8pPr>
              <a:defRPr sz="2175" b="1">
                <a:solidFill>
                  <a:srgbClr val="176153"/>
                </a:solidFill>
                <a:latin typeface="Arial"/>
                <a:ea typeface="Arial"/>
                <a:cs typeface="Arial"/>
              </a:defRPr>
            </a:lvl8pPr>
            <a:lvl9pPr>
              <a:defRPr sz="2175" b="1">
                <a:solidFill>
                  <a:srgbClr val="176153"/>
                </a:solidFill>
                <a:latin typeface="Arial"/>
                <a:ea typeface="Arial"/>
                <a:cs typeface="Arial"/>
              </a:defRPr>
            </a:lvl9pPr>
          </a:lstStyle>
          <a:p xmlns:a="http://schemas.openxmlformats.org/drawingml/2006/main">
            <a:pPr>
              <a:defRPr sz="2175" b="1">
                <a:solidFill>
                  <a:srgbClr val="176153"/>
                </a:solidFill>
                <a:latin typeface="Arial"/>
                <a:ea typeface="Arial"/>
                <a:cs typeface="Arial"/>
              </a:defRPr>
            </a:pPr>
            <a:r>
              <a:rPr sz="2175" b="1">
                <a:solidFill>
                  <a:srgbClr val="176153"/>
                </a:solidFill>
                <a:latin typeface="Arial"/>
                <a:ea typeface="Arial"/>
                <a:cs typeface="Arial"/>
              </a:rPr>
              <a:t>Zetaris</a:t>
            </a:r>
          </a:p>
        </p:txBody>
      </p:sp>
      <p:sp>
        <p:nvSpPr>
          <p:cNvPr id="3" name="">
            <a:extLst xmlns:a="http://schemas.openxmlformats.org/drawingml/2006/main">
              <a:ext uri="{FF2B5EF4-FFF2-40B4-BE49-F238E27FC236}">
                <a16:creationId xmlns:a16="http://schemas.microsoft.com/office/drawing/2014/main" id="{082FD747-3E22-4E8B-83BC-2C541254832D}"/>
              </a:ext>
            </a:extLst>
          </p:cNvPr>
          <p:cNvSpPr>
            <a:spLocks xmlns:a="http://schemas.openxmlformats.org/drawingml/2006/main" noGrp="1"/>
          </p:cNvSpPr>
          <p:nvPr/>
        </p:nvSpPr>
        <p:spPr>
          <a:xfrm xmlns:a="http://schemas.openxmlformats.org/drawingml/2006/main">
            <a:off x="609600" y="189547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03C"/>
                </a:solidFill>
                <a:latin typeface="Arial"/>
                <a:ea typeface="Arial"/>
                <a:cs typeface="Arial"/>
              </a:defRPr>
            </a:defPPr>
            <a:lvl1pPr>
              <a:defRPr sz="2025" b="0">
                <a:solidFill>
                  <a:srgbClr val="16303C"/>
                </a:solidFill>
                <a:latin typeface="Arial"/>
                <a:ea typeface="Arial"/>
                <a:cs typeface="Arial"/>
              </a:defRPr>
            </a:lvl1pPr>
            <a:lvl2pPr>
              <a:defRPr sz="2025" b="0">
                <a:solidFill>
                  <a:srgbClr val="16303C"/>
                </a:solidFill>
                <a:latin typeface="Arial"/>
                <a:ea typeface="Arial"/>
                <a:cs typeface="Arial"/>
              </a:defRPr>
            </a:lvl2pPr>
            <a:lvl3pPr>
              <a:defRPr sz="2025" b="0">
                <a:solidFill>
                  <a:srgbClr val="16303C"/>
                </a:solidFill>
                <a:latin typeface="Arial"/>
                <a:ea typeface="Arial"/>
                <a:cs typeface="Arial"/>
              </a:defRPr>
            </a:lvl3pPr>
            <a:lvl4pPr>
              <a:defRPr sz="2025" b="0">
                <a:solidFill>
                  <a:srgbClr val="16303C"/>
                </a:solidFill>
                <a:latin typeface="Arial"/>
                <a:ea typeface="Arial"/>
                <a:cs typeface="Arial"/>
              </a:defRPr>
            </a:lvl4pPr>
            <a:lvl5pPr>
              <a:defRPr sz="2025" b="0">
                <a:solidFill>
                  <a:srgbClr val="16303C"/>
                </a:solidFill>
                <a:latin typeface="Arial"/>
                <a:ea typeface="Arial"/>
                <a:cs typeface="Arial"/>
              </a:defRPr>
            </a:lvl5pPr>
            <a:lvl6pPr>
              <a:defRPr sz="2025" b="0">
                <a:solidFill>
                  <a:srgbClr val="16303C"/>
                </a:solidFill>
                <a:latin typeface="Arial"/>
                <a:ea typeface="Arial"/>
                <a:cs typeface="Arial"/>
              </a:defRPr>
            </a:lvl6pPr>
            <a:lvl7pPr>
              <a:defRPr sz="2025" b="0">
                <a:solidFill>
                  <a:srgbClr val="16303C"/>
                </a:solidFill>
                <a:latin typeface="Arial"/>
                <a:ea typeface="Arial"/>
                <a:cs typeface="Arial"/>
              </a:defRPr>
            </a:lvl7pPr>
            <a:lvl8pPr>
              <a:defRPr sz="2025" b="0">
                <a:solidFill>
                  <a:srgbClr val="16303C"/>
                </a:solidFill>
                <a:latin typeface="Arial"/>
                <a:ea typeface="Arial"/>
                <a:cs typeface="Arial"/>
              </a:defRPr>
            </a:lvl8pPr>
            <a:lvl9pPr>
              <a:defRPr sz="2025" b="0">
                <a:solidFill>
                  <a:srgbClr val="16303C"/>
                </a:solidFill>
                <a:latin typeface="Arial"/>
                <a:ea typeface="Arial"/>
                <a:cs typeface="Arial"/>
              </a:defRPr>
            </a:lvl9pPr>
          </a:lstStyle>
          <a:p xmlns:a="http://schemas.openxmlformats.org/drawingml/2006/main">
            <a:pPr>
              <a:defRPr sz="2025" b="0">
                <a:solidFill>
                  <a:srgbClr val="16303C"/>
                </a:solidFill>
                <a:latin typeface="Arial"/>
                <a:ea typeface="Arial"/>
                <a:cs typeface="Arial"/>
              </a:defRPr>
            </a:pPr>
            <a:r>
              <a:rPr sz="2025" b="0">
                <a:solidFill>
                  <a:srgbClr val="16303C"/>
                </a:solidFill>
                <a:latin typeface="Arial"/>
                <a:ea typeface="Arial"/>
                <a:cs typeface="Arial"/>
              </a:rPr>
              <a:t>Unions separate call and notice sources with stable versions.</a:t>
            </a:r>
          </a:p>
        </p:txBody>
      </p:sp>
      <p:sp>
        <p:nvSpPr>
          <p:cNvPr id="4" name="">
            <a:extLst xmlns:a="http://schemas.openxmlformats.org/drawingml/2006/main">
              <a:ext uri="{FF2B5EF4-FFF2-40B4-BE49-F238E27FC236}">
                <a16:creationId xmlns:a16="http://schemas.microsoft.com/office/drawing/2014/main" id="{0C972AA2-D89A-401A-B233-27321765F841}"/>
              </a:ext>
            </a:extLst>
          </p:cNvPr>
          <p:cNvSpPr>
            <a:spLocks xmlns:a="http://schemas.openxmlformats.org/drawingml/2006/main" noGrp="1"/>
          </p:cNvSpPr>
          <p:nvPr/>
        </p:nvSpPr>
        <p:spPr>
          <a:xfrm xmlns:a="http://schemas.openxmlformats.org/drawingml/2006/main">
            <a:off x="609600" y="240030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6153"/>
                </a:solidFill>
                <a:latin typeface="Arial"/>
                <a:ea typeface="Arial"/>
                <a:cs typeface="Arial"/>
              </a:defRPr>
            </a:defPPr>
            <a:lvl1pPr>
              <a:defRPr sz="2175" b="1">
                <a:solidFill>
                  <a:srgbClr val="176153"/>
                </a:solidFill>
                <a:latin typeface="Arial"/>
                <a:ea typeface="Arial"/>
                <a:cs typeface="Arial"/>
              </a:defRPr>
            </a:lvl1pPr>
            <a:lvl2pPr>
              <a:defRPr sz="2175" b="1">
                <a:solidFill>
                  <a:srgbClr val="176153"/>
                </a:solidFill>
                <a:latin typeface="Arial"/>
                <a:ea typeface="Arial"/>
                <a:cs typeface="Arial"/>
              </a:defRPr>
            </a:lvl2pPr>
            <a:lvl3pPr>
              <a:defRPr sz="2175" b="1">
                <a:solidFill>
                  <a:srgbClr val="176153"/>
                </a:solidFill>
                <a:latin typeface="Arial"/>
                <a:ea typeface="Arial"/>
                <a:cs typeface="Arial"/>
              </a:defRPr>
            </a:lvl3pPr>
            <a:lvl4pPr>
              <a:defRPr sz="2175" b="1">
                <a:solidFill>
                  <a:srgbClr val="176153"/>
                </a:solidFill>
                <a:latin typeface="Arial"/>
                <a:ea typeface="Arial"/>
                <a:cs typeface="Arial"/>
              </a:defRPr>
            </a:lvl4pPr>
            <a:lvl5pPr>
              <a:defRPr sz="2175" b="1">
                <a:solidFill>
                  <a:srgbClr val="176153"/>
                </a:solidFill>
                <a:latin typeface="Arial"/>
                <a:ea typeface="Arial"/>
                <a:cs typeface="Arial"/>
              </a:defRPr>
            </a:lvl5pPr>
            <a:lvl6pPr>
              <a:defRPr sz="2175" b="1">
                <a:solidFill>
                  <a:srgbClr val="176153"/>
                </a:solidFill>
                <a:latin typeface="Arial"/>
                <a:ea typeface="Arial"/>
                <a:cs typeface="Arial"/>
              </a:defRPr>
            </a:lvl6pPr>
            <a:lvl7pPr>
              <a:defRPr sz="2175" b="1">
                <a:solidFill>
                  <a:srgbClr val="176153"/>
                </a:solidFill>
                <a:latin typeface="Arial"/>
                <a:ea typeface="Arial"/>
                <a:cs typeface="Arial"/>
              </a:defRPr>
            </a:lvl7pPr>
            <a:lvl8pPr>
              <a:defRPr sz="2175" b="1">
                <a:solidFill>
                  <a:srgbClr val="176153"/>
                </a:solidFill>
                <a:latin typeface="Arial"/>
                <a:ea typeface="Arial"/>
                <a:cs typeface="Arial"/>
              </a:defRPr>
            </a:lvl8pPr>
            <a:lvl9pPr>
              <a:defRPr sz="2175" b="1">
                <a:solidFill>
                  <a:srgbClr val="176153"/>
                </a:solidFill>
                <a:latin typeface="Arial"/>
                <a:ea typeface="Arial"/>
                <a:cs typeface="Arial"/>
              </a:defRPr>
            </a:lvl9pPr>
          </a:lstStyle>
          <a:p xmlns:a="http://schemas.openxmlformats.org/drawingml/2006/main">
            <a:pPr>
              <a:defRPr sz="2175" b="1">
                <a:solidFill>
                  <a:srgbClr val="176153"/>
                </a:solidFill>
                <a:latin typeface="Arial"/>
                <a:ea typeface="Arial"/>
                <a:cs typeface="Arial"/>
              </a:defRPr>
            </a:pPr>
            <a:r>
              <a:rPr sz="2175" b="1">
                <a:solidFill>
                  <a:srgbClr val="176153"/>
                </a:solidFill>
                <a:latin typeface="Arial"/>
                <a:ea typeface="Arial"/>
                <a:cs typeface="Arial"/>
              </a:rPr>
              <a:t>Meterless H-MEM</a:t>
            </a:r>
          </a:p>
        </p:txBody>
      </p:sp>
      <p:sp>
        <p:nvSpPr>
          <p:cNvPr id="5" name="">
            <a:extLst xmlns:a="http://schemas.openxmlformats.org/drawingml/2006/main">
              <a:ext uri="{FF2B5EF4-FFF2-40B4-BE49-F238E27FC236}">
                <a16:creationId xmlns:a16="http://schemas.microsoft.com/office/drawing/2014/main" id="{D3AA7E9F-0FFF-4BD2-8EB1-4ADB50A47926}"/>
              </a:ext>
            </a:extLst>
          </p:cNvPr>
          <p:cNvSpPr>
            <a:spLocks xmlns:a="http://schemas.openxmlformats.org/drawingml/2006/main" noGrp="1"/>
          </p:cNvSpPr>
          <p:nvPr/>
        </p:nvSpPr>
        <p:spPr>
          <a:xfrm xmlns:a="http://schemas.openxmlformats.org/drawingml/2006/main">
            <a:off x="609600" y="280987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03C"/>
                </a:solidFill>
                <a:latin typeface="Arial"/>
                <a:ea typeface="Arial"/>
                <a:cs typeface="Arial"/>
              </a:defRPr>
            </a:defPPr>
            <a:lvl1pPr>
              <a:defRPr sz="2025" b="0">
                <a:solidFill>
                  <a:srgbClr val="16303C"/>
                </a:solidFill>
                <a:latin typeface="Arial"/>
                <a:ea typeface="Arial"/>
                <a:cs typeface="Arial"/>
              </a:defRPr>
            </a:lvl1pPr>
            <a:lvl2pPr>
              <a:defRPr sz="2025" b="0">
                <a:solidFill>
                  <a:srgbClr val="16303C"/>
                </a:solidFill>
                <a:latin typeface="Arial"/>
                <a:ea typeface="Arial"/>
                <a:cs typeface="Arial"/>
              </a:defRPr>
            </a:lvl2pPr>
            <a:lvl3pPr>
              <a:defRPr sz="2025" b="0">
                <a:solidFill>
                  <a:srgbClr val="16303C"/>
                </a:solidFill>
                <a:latin typeface="Arial"/>
                <a:ea typeface="Arial"/>
                <a:cs typeface="Arial"/>
              </a:defRPr>
            </a:lvl3pPr>
            <a:lvl4pPr>
              <a:defRPr sz="2025" b="0">
                <a:solidFill>
                  <a:srgbClr val="16303C"/>
                </a:solidFill>
                <a:latin typeface="Arial"/>
                <a:ea typeface="Arial"/>
                <a:cs typeface="Arial"/>
              </a:defRPr>
            </a:lvl4pPr>
            <a:lvl5pPr>
              <a:defRPr sz="2025" b="0">
                <a:solidFill>
                  <a:srgbClr val="16303C"/>
                </a:solidFill>
                <a:latin typeface="Arial"/>
                <a:ea typeface="Arial"/>
                <a:cs typeface="Arial"/>
              </a:defRPr>
            </a:lvl5pPr>
            <a:lvl6pPr>
              <a:defRPr sz="2025" b="0">
                <a:solidFill>
                  <a:srgbClr val="16303C"/>
                </a:solidFill>
                <a:latin typeface="Arial"/>
                <a:ea typeface="Arial"/>
                <a:cs typeface="Arial"/>
              </a:defRPr>
            </a:lvl6pPr>
            <a:lvl7pPr>
              <a:defRPr sz="2025" b="0">
                <a:solidFill>
                  <a:srgbClr val="16303C"/>
                </a:solidFill>
                <a:latin typeface="Arial"/>
                <a:ea typeface="Arial"/>
                <a:cs typeface="Arial"/>
              </a:defRPr>
            </a:lvl7pPr>
            <a:lvl8pPr>
              <a:defRPr sz="2025" b="0">
                <a:solidFill>
                  <a:srgbClr val="16303C"/>
                </a:solidFill>
                <a:latin typeface="Arial"/>
                <a:ea typeface="Arial"/>
                <a:cs typeface="Arial"/>
              </a:defRPr>
            </a:lvl8pPr>
            <a:lvl9pPr>
              <a:defRPr sz="2025" b="0">
                <a:solidFill>
                  <a:srgbClr val="16303C"/>
                </a:solidFill>
                <a:latin typeface="Arial"/>
                <a:ea typeface="Arial"/>
                <a:cs typeface="Arial"/>
              </a:defRPr>
            </a:lvl9pPr>
          </a:lstStyle>
          <a:p xmlns:a="http://schemas.openxmlformats.org/drawingml/2006/main">
            <a:pPr>
              <a:defRPr sz="2025" b="0">
                <a:solidFill>
                  <a:srgbClr val="16303C"/>
                </a:solidFill>
                <a:latin typeface="Arial"/>
                <a:ea typeface="Arial"/>
                <a:cs typeface="Arial"/>
              </a:defRPr>
            </a:pPr>
            <a:r>
              <a:rPr sz="2025" b="0">
                <a:solidFill>
                  <a:srgbClr val="16303C"/>
                </a:solidFill>
                <a:latin typeface="Arial"/>
                <a:ea typeface="Arial"/>
                <a:cs typeface="Arial"/>
              </a:rPr>
              <a:t>Provenance, exact-fingerprint reuse and a mutation ledger.</a:t>
            </a:r>
          </a:p>
        </p:txBody>
      </p:sp>
      <p:sp>
        <p:nvSpPr>
          <p:cNvPr id="6" name="">
            <a:extLst xmlns:a="http://schemas.openxmlformats.org/drawingml/2006/main">
              <a:ext uri="{FF2B5EF4-FFF2-40B4-BE49-F238E27FC236}">
                <a16:creationId xmlns:a16="http://schemas.microsoft.com/office/drawing/2014/main" id="{87B69D79-EA25-44FD-9094-A477680C5811}"/>
              </a:ext>
            </a:extLst>
          </p:cNvPr>
          <p:cNvSpPr>
            <a:spLocks xmlns:a="http://schemas.openxmlformats.org/drawingml/2006/main" noGrp="1"/>
          </p:cNvSpPr>
          <p:nvPr/>
        </p:nvSpPr>
        <p:spPr>
          <a:xfrm xmlns:a="http://schemas.openxmlformats.org/drawingml/2006/main">
            <a:off x="609600" y="331470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6153"/>
                </a:solidFill>
                <a:latin typeface="Arial"/>
                <a:ea typeface="Arial"/>
                <a:cs typeface="Arial"/>
              </a:defRPr>
            </a:defPPr>
            <a:lvl1pPr>
              <a:defRPr sz="2175" b="1">
                <a:solidFill>
                  <a:srgbClr val="176153"/>
                </a:solidFill>
                <a:latin typeface="Arial"/>
                <a:ea typeface="Arial"/>
                <a:cs typeface="Arial"/>
              </a:defRPr>
            </a:lvl1pPr>
            <a:lvl2pPr>
              <a:defRPr sz="2175" b="1">
                <a:solidFill>
                  <a:srgbClr val="176153"/>
                </a:solidFill>
                <a:latin typeface="Arial"/>
                <a:ea typeface="Arial"/>
                <a:cs typeface="Arial"/>
              </a:defRPr>
            </a:lvl2pPr>
            <a:lvl3pPr>
              <a:defRPr sz="2175" b="1">
                <a:solidFill>
                  <a:srgbClr val="176153"/>
                </a:solidFill>
                <a:latin typeface="Arial"/>
                <a:ea typeface="Arial"/>
                <a:cs typeface="Arial"/>
              </a:defRPr>
            </a:lvl3pPr>
            <a:lvl4pPr>
              <a:defRPr sz="2175" b="1">
                <a:solidFill>
                  <a:srgbClr val="176153"/>
                </a:solidFill>
                <a:latin typeface="Arial"/>
                <a:ea typeface="Arial"/>
                <a:cs typeface="Arial"/>
              </a:defRPr>
            </a:lvl4pPr>
            <a:lvl5pPr>
              <a:defRPr sz="2175" b="1">
                <a:solidFill>
                  <a:srgbClr val="176153"/>
                </a:solidFill>
                <a:latin typeface="Arial"/>
                <a:ea typeface="Arial"/>
                <a:cs typeface="Arial"/>
              </a:defRPr>
            </a:lvl5pPr>
            <a:lvl6pPr>
              <a:defRPr sz="2175" b="1">
                <a:solidFill>
                  <a:srgbClr val="176153"/>
                </a:solidFill>
                <a:latin typeface="Arial"/>
                <a:ea typeface="Arial"/>
                <a:cs typeface="Arial"/>
              </a:defRPr>
            </a:lvl6pPr>
            <a:lvl7pPr>
              <a:defRPr sz="2175" b="1">
                <a:solidFill>
                  <a:srgbClr val="176153"/>
                </a:solidFill>
                <a:latin typeface="Arial"/>
                <a:ea typeface="Arial"/>
                <a:cs typeface="Arial"/>
              </a:defRPr>
            </a:lvl7pPr>
            <a:lvl8pPr>
              <a:defRPr sz="2175" b="1">
                <a:solidFill>
                  <a:srgbClr val="176153"/>
                </a:solidFill>
                <a:latin typeface="Arial"/>
                <a:ea typeface="Arial"/>
                <a:cs typeface="Arial"/>
              </a:defRPr>
            </a:lvl8pPr>
            <a:lvl9pPr>
              <a:defRPr sz="2175" b="1">
                <a:solidFill>
                  <a:srgbClr val="176153"/>
                </a:solidFill>
                <a:latin typeface="Arial"/>
                <a:ea typeface="Arial"/>
                <a:cs typeface="Arial"/>
              </a:defRPr>
            </a:lvl9pPr>
          </a:lstStyle>
          <a:p xmlns:a="http://schemas.openxmlformats.org/drawingml/2006/main">
            <a:pPr>
              <a:defRPr sz="2175" b="1">
                <a:solidFill>
                  <a:srgbClr val="176153"/>
                </a:solidFill>
                <a:latin typeface="Arial"/>
                <a:ea typeface="Arial"/>
                <a:cs typeface="Arial"/>
              </a:defRPr>
            </a:pPr>
            <a:r>
              <a:rPr sz="2175" b="1">
                <a:solidFill>
                  <a:srgbClr val="176153"/>
                </a:solidFill>
                <a:latin typeface="Arial"/>
                <a:ea typeface="Arial"/>
                <a:cs typeface="Arial"/>
              </a:rPr>
              <a:t>Meterless Nightshift</a:t>
            </a:r>
          </a:p>
        </p:txBody>
      </p:sp>
      <p:sp>
        <p:nvSpPr>
          <p:cNvPr id="7" name="">
            <a:extLst xmlns:a="http://schemas.openxmlformats.org/drawingml/2006/main">
              <a:ext uri="{FF2B5EF4-FFF2-40B4-BE49-F238E27FC236}">
                <a16:creationId xmlns:a16="http://schemas.microsoft.com/office/drawing/2014/main" id="{E775018F-3597-4465-A519-137E45A084FC}"/>
              </a:ext>
            </a:extLst>
          </p:cNvPr>
          <p:cNvSpPr>
            <a:spLocks xmlns:a="http://schemas.openxmlformats.org/drawingml/2006/main" noGrp="1"/>
          </p:cNvSpPr>
          <p:nvPr/>
        </p:nvSpPr>
        <p:spPr>
          <a:xfrm xmlns:a="http://schemas.openxmlformats.org/drawingml/2006/main">
            <a:off x="609600" y="372427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03C"/>
                </a:solidFill>
                <a:latin typeface="Arial"/>
                <a:ea typeface="Arial"/>
                <a:cs typeface="Arial"/>
              </a:defRPr>
            </a:defPPr>
            <a:lvl1pPr>
              <a:defRPr sz="2025" b="0">
                <a:solidFill>
                  <a:srgbClr val="16303C"/>
                </a:solidFill>
                <a:latin typeface="Arial"/>
                <a:ea typeface="Arial"/>
                <a:cs typeface="Arial"/>
              </a:defRPr>
            </a:lvl1pPr>
            <a:lvl2pPr>
              <a:defRPr sz="2025" b="0">
                <a:solidFill>
                  <a:srgbClr val="16303C"/>
                </a:solidFill>
                <a:latin typeface="Arial"/>
                <a:ea typeface="Arial"/>
                <a:cs typeface="Arial"/>
              </a:defRPr>
            </a:lvl2pPr>
            <a:lvl3pPr>
              <a:defRPr sz="2025" b="0">
                <a:solidFill>
                  <a:srgbClr val="16303C"/>
                </a:solidFill>
                <a:latin typeface="Arial"/>
                <a:ea typeface="Arial"/>
                <a:cs typeface="Arial"/>
              </a:defRPr>
            </a:lvl3pPr>
            <a:lvl4pPr>
              <a:defRPr sz="2025" b="0">
                <a:solidFill>
                  <a:srgbClr val="16303C"/>
                </a:solidFill>
                <a:latin typeface="Arial"/>
                <a:ea typeface="Arial"/>
                <a:cs typeface="Arial"/>
              </a:defRPr>
            </a:lvl4pPr>
            <a:lvl5pPr>
              <a:defRPr sz="2025" b="0">
                <a:solidFill>
                  <a:srgbClr val="16303C"/>
                </a:solidFill>
                <a:latin typeface="Arial"/>
                <a:ea typeface="Arial"/>
                <a:cs typeface="Arial"/>
              </a:defRPr>
            </a:lvl5pPr>
            <a:lvl6pPr>
              <a:defRPr sz="2025" b="0">
                <a:solidFill>
                  <a:srgbClr val="16303C"/>
                </a:solidFill>
                <a:latin typeface="Arial"/>
                <a:ea typeface="Arial"/>
                <a:cs typeface="Arial"/>
              </a:defRPr>
            </a:lvl6pPr>
            <a:lvl7pPr>
              <a:defRPr sz="2025" b="0">
                <a:solidFill>
                  <a:srgbClr val="16303C"/>
                </a:solidFill>
                <a:latin typeface="Arial"/>
                <a:ea typeface="Arial"/>
                <a:cs typeface="Arial"/>
              </a:defRPr>
            </a:lvl7pPr>
            <a:lvl8pPr>
              <a:defRPr sz="2025" b="0">
                <a:solidFill>
                  <a:srgbClr val="16303C"/>
                </a:solidFill>
                <a:latin typeface="Arial"/>
                <a:ea typeface="Arial"/>
                <a:cs typeface="Arial"/>
              </a:defRPr>
            </a:lvl8pPr>
            <a:lvl9pPr>
              <a:defRPr sz="2025" b="0">
                <a:solidFill>
                  <a:srgbClr val="16303C"/>
                </a:solidFill>
                <a:latin typeface="Arial"/>
                <a:ea typeface="Arial"/>
                <a:cs typeface="Arial"/>
              </a:defRPr>
            </a:lvl9pPr>
          </a:lstStyle>
          <a:p xmlns:a="http://schemas.openxmlformats.org/drawingml/2006/main">
            <a:pPr>
              <a:defRPr sz="2025" b="0">
                <a:solidFill>
                  <a:srgbClr val="16303C"/>
                </a:solidFill>
                <a:latin typeface="Arial"/>
                <a:ea typeface="Arial"/>
                <a:cs typeface="Arial"/>
              </a:defRPr>
            </a:pPr>
            <a:r>
              <a:rPr sz="2025" b="0">
                <a:solidFill>
                  <a:srgbClr val="16303C"/>
                </a:solidFill>
                <a:latin typeface="Arial"/>
                <a:ea typeface="Arial"/>
                <a:cs typeface="Arial"/>
              </a:rPr>
              <a:t>Local Llama 3.2 1B proposals with structured output and receipts.</a:t>
            </a:r>
          </a:p>
        </p:txBody>
      </p:sp>
      <p:sp>
        <p:nvSpPr>
          <p:cNvPr id="8" name="">
            <a:extLst xmlns:a="http://schemas.openxmlformats.org/drawingml/2006/main">
              <a:ext uri="{FF2B5EF4-FFF2-40B4-BE49-F238E27FC236}">
                <a16:creationId xmlns:a16="http://schemas.microsoft.com/office/drawing/2014/main" id="{4599A65F-1D48-4F5E-B2FF-AEE2D5366119}"/>
              </a:ext>
            </a:extLst>
          </p:cNvPr>
          <p:cNvSpPr>
            <a:spLocks xmlns:a="http://schemas.openxmlformats.org/drawingml/2006/main" noGrp="1"/>
          </p:cNvSpPr>
          <p:nvPr/>
        </p:nvSpPr>
        <p:spPr>
          <a:xfrm xmlns:a="http://schemas.openxmlformats.org/drawingml/2006/main">
            <a:off x="609600" y="422910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6153"/>
                </a:solidFill>
                <a:latin typeface="Arial"/>
                <a:ea typeface="Arial"/>
                <a:cs typeface="Arial"/>
              </a:defRPr>
            </a:defPPr>
            <a:lvl1pPr>
              <a:defRPr sz="2175" b="1">
                <a:solidFill>
                  <a:srgbClr val="176153"/>
                </a:solidFill>
                <a:latin typeface="Arial"/>
                <a:ea typeface="Arial"/>
                <a:cs typeface="Arial"/>
              </a:defRPr>
            </a:lvl1pPr>
            <a:lvl2pPr>
              <a:defRPr sz="2175" b="1">
                <a:solidFill>
                  <a:srgbClr val="176153"/>
                </a:solidFill>
                <a:latin typeface="Arial"/>
                <a:ea typeface="Arial"/>
                <a:cs typeface="Arial"/>
              </a:defRPr>
            </a:lvl2pPr>
            <a:lvl3pPr>
              <a:defRPr sz="2175" b="1">
                <a:solidFill>
                  <a:srgbClr val="176153"/>
                </a:solidFill>
                <a:latin typeface="Arial"/>
                <a:ea typeface="Arial"/>
                <a:cs typeface="Arial"/>
              </a:defRPr>
            </a:lvl3pPr>
            <a:lvl4pPr>
              <a:defRPr sz="2175" b="1">
                <a:solidFill>
                  <a:srgbClr val="176153"/>
                </a:solidFill>
                <a:latin typeface="Arial"/>
                <a:ea typeface="Arial"/>
                <a:cs typeface="Arial"/>
              </a:defRPr>
            </a:lvl4pPr>
            <a:lvl5pPr>
              <a:defRPr sz="2175" b="1">
                <a:solidFill>
                  <a:srgbClr val="176153"/>
                </a:solidFill>
                <a:latin typeface="Arial"/>
                <a:ea typeface="Arial"/>
                <a:cs typeface="Arial"/>
              </a:defRPr>
            </a:lvl5pPr>
            <a:lvl6pPr>
              <a:defRPr sz="2175" b="1">
                <a:solidFill>
                  <a:srgbClr val="176153"/>
                </a:solidFill>
                <a:latin typeface="Arial"/>
                <a:ea typeface="Arial"/>
                <a:cs typeface="Arial"/>
              </a:defRPr>
            </a:lvl6pPr>
            <a:lvl7pPr>
              <a:defRPr sz="2175" b="1">
                <a:solidFill>
                  <a:srgbClr val="176153"/>
                </a:solidFill>
                <a:latin typeface="Arial"/>
                <a:ea typeface="Arial"/>
                <a:cs typeface="Arial"/>
              </a:defRPr>
            </a:lvl7pPr>
            <a:lvl8pPr>
              <a:defRPr sz="2175" b="1">
                <a:solidFill>
                  <a:srgbClr val="176153"/>
                </a:solidFill>
                <a:latin typeface="Arial"/>
                <a:ea typeface="Arial"/>
                <a:cs typeface="Arial"/>
              </a:defRPr>
            </a:lvl8pPr>
            <a:lvl9pPr>
              <a:defRPr sz="2175" b="1">
                <a:solidFill>
                  <a:srgbClr val="176153"/>
                </a:solidFill>
                <a:latin typeface="Arial"/>
                <a:ea typeface="Arial"/>
                <a:cs typeface="Arial"/>
              </a:defRPr>
            </a:lvl9pPr>
          </a:lstStyle>
          <a:p xmlns:a="http://schemas.openxmlformats.org/drawingml/2006/main">
            <a:pPr>
              <a:defRPr sz="2175" b="1">
                <a:solidFill>
                  <a:srgbClr val="176153"/>
                </a:solidFill>
                <a:latin typeface="Arial"/>
                <a:ea typeface="Arial"/>
                <a:cs typeface="Arial"/>
              </a:defRPr>
            </a:pPr>
            <a:r>
              <a:rPr sz="2175" b="1">
                <a:solidFill>
                  <a:srgbClr val="176153"/>
                </a:solidFill>
                <a:latin typeface="Arial"/>
                <a:ea typeface="Arial"/>
                <a:cs typeface="Arial"/>
              </a:rPr>
              <a:t>NVIDIA CUDA</a:t>
            </a:r>
          </a:p>
        </p:txBody>
      </p:sp>
      <p:sp>
        <p:nvSpPr>
          <p:cNvPr id="9" name="">
            <a:extLst xmlns:a="http://schemas.openxmlformats.org/drawingml/2006/main">
              <a:ext uri="{FF2B5EF4-FFF2-40B4-BE49-F238E27FC236}">
                <a16:creationId xmlns:a16="http://schemas.microsoft.com/office/drawing/2014/main" id="{6F9C66A2-16CA-4773-AA79-659811EF5915}"/>
              </a:ext>
            </a:extLst>
          </p:cNvPr>
          <p:cNvSpPr>
            <a:spLocks xmlns:a="http://schemas.openxmlformats.org/drawingml/2006/main" noGrp="1"/>
          </p:cNvSpPr>
          <p:nvPr/>
        </p:nvSpPr>
        <p:spPr>
          <a:xfrm xmlns:a="http://schemas.openxmlformats.org/drawingml/2006/main">
            <a:off x="609600" y="463867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03C"/>
                </a:solidFill>
                <a:latin typeface="Arial"/>
                <a:ea typeface="Arial"/>
                <a:cs typeface="Arial"/>
              </a:defRPr>
            </a:defPPr>
            <a:lvl1pPr>
              <a:defRPr sz="2025" b="0">
                <a:solidFill>
                  <a:srgbClr val="16303C"/>
                </a:solidFill>
                <a:latin typeface="Arial"/>
                <a:ea typeface="Arial"/>
                <a:cs typeface="Arial"/>
              </a:defRPr>
            </a:lvl1pPr>
            <a:lvl2pPr>
              <a:defRPr sz="2025" b="0">
                <a:solidFill>
                  <a:srgbClr val="16303C"/>
                </a:solidFill>
                <a:latin typeface="Arial"/>
                <a:ea typeface="Arial"/>
                <a:cs typeface="Arial"/>
              </a:defRPr>
            </a:lvl2pPr>
            <a:lvl3pPr>
              <a:defRPr sz="2025" b="0">
                <a:solidFill>
                  <a:srgbClr val="16303C"/>
                </a:solidFill>
                <a:latin typeface="Arial"/>
                <a:ea typeface="Arial"/>
                <a:cs typeface="Arial"/>
              </a:defRPr>
            </a:lvl3pPr>
            <a:lvl4pPr>
              <a:defRPr sz="2025" b="0">
                <a:solidFill>
                  <a:srgbClr val="16303C"/>
                </a:solidFill>
                <a:latin typeface="Arial"/>
                <a:ea typeface="Arial"/>
                <a:cs typeface="Arial"/>
              </a:defRPr>
            </a:lvl4pPr>
            <a:lvl5pPr>
              <a:defRPr sz="2025" b="0">
                <a:solidFill>
                  <a:srgbClr val="16303C"/>
                </a:solidFill>
                <a:latin typeface="Arial"/>
                <a:ea typeface="Arial"/>
                <a:cs typeface="Arial"/>
              </a:defRPr>
            </a:lvl5pPr>
            <a:lvl6pPr>
              <a:defRPr sz="2025" b="0">
                <a:solidFill>
                  <a:srgbClr val="16303C"/>
                </a:solidFill>
                <a:latin typeface="Arial"/>
                <a:ea typeface="Arial"/>
                <a:cs typeface="Arial"/>
              </a:defRPr>
            </a:lvl6pPr>
            <a:lvl7pPr>
              <a:defRPr sz="2025" b="0">
                <a:solidFill>
                  <a:srgbClr val="16303C"/>
                </a:solidFill>
                <a:latin typeface="Arial"/>
                <a:ea typeface="Arial"/>
                <a:cs typeface="Arial"/>
              </a:defRPr>
            </a:lvl7pPr>
            <a:lvl8pPr>
              <a:defRPr sz="2025" b="0">
                <a:solidFill>
                  <a:srgbClr val="16303C"/>
                </a:solidFill>
                <a:latin typeface="Arial"/>
                <a:ea typeface="Arial"/>
                <a:cs typeface="Arial"/>
              </a:defRPr>
            </a:lvl8pPr>
            <a:lvl9pPr>
              <a:defRPr sz="2025" b="0">
                <a:solidFill>
                  <a:srgbClr val="16303C"/>
                </a:solidFill>
                <a:latin typeface="Arial"/>
                <a:ea typeface="Arial"/>
                <a:cs typeface="Arial"/>
              </a:defRPr>
            </a:lvl9pPr>
          </a:lstStyle>
          <a:p xmlns:a="http://schemas.openxmlformats.org/drawingml/2006/main">
            <a:pPr>
              <a:defRPr sz="2025" b="0">
                <a:solidFill>
                  <a:srgbClr val="16303C"/>
                </a:solidFill>
                <a:latin typeface="Arial"/>
                <a:ea typeface="Arial"/>
                <a:cs typeface="Arial"/>
              </a:defRPr>
            </a:pPr>
            <a:r>
              <a:rPr sz="2025" b="0">
                <a:solidFill>
                  <a:srgbClr val="16303C"/>
                </a:solidFill>
                <a:latin typeface="Arial"/>
                <a:ea typeface="Arial"/>
                <a:cs typeface="Arial"/>
              </a:rPr>
              <a:t>RTX 3090 runs the model; no Nemotron award is claimed.</a:t>
            </a:r>
          </a:p>
        </p:txBody>
      </p:sp>
      <p:sp>
        <p:nvSpPr>
          <p:cNvPr id="10" name="">
            <a:extLst xmlns:a="http://schemas.openxmlformats.org/drawingml/2006/main">
              <a:ext uri="{FF2B5EF4-FFF2-40B4-BE49-F238E27FC236}">
                <a16:creationId xmlns:a16="http://schemas.microsoft.com/office/drawing/2014/main" id="{B92C742D-0832-4D41-98CD-055E3269A50C}"/>
              </a:ext>
            </a:extLst>
          </p:cNvPr>
          <p:cNvSpPr>
            <a:spLocks xmlns:a="http://schemas.openxmlformats.org/drawingml/2006/main" noGrp="1"/>
          </p:cNvSpPr>
          <p:nvPr/>
        </p:nvSpPr>
        <p:spPr>
          <a:xfrm xmlns:a="http://schemas.openxmlformats.org/drawingml/2006/main">
            <a:off x="609600" y="514350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6153"/>
                </a:solidFill>
                <a:latin typeface="Arial"/>
                <a:ea typeface="Arial"/>
                <a:cs typeface="Arial"/>
              </a:defRPr>
            </a:defPPr>
            <a:lvl1pPr>
              <a:defRPr sz="2175" b="1">
                <a:solidFill>
                  <a:srgbClr val="176153"/>
                </a:solidFill>
                <a:latin typeface="Arial"/>
                <a:ea typeface="Arial"/>
                <a:cs typeface="Arial"/>
              </a:defRPr>
            </a:lvl1pPr>
            <a:lvl2pPr>
              <a:defRPr sz="2175" b="1">
                <a:solidFill>
                  <a:srgbClr val="176153"/>
                </a:solidFill>
                <a:latin typeface="Arial"/>
                <a:ea typeface="Arial"/>
                <a:cs typeface="Arial"/>
              </a:defRPr>
            </a:lvl2pPr>
            <a:lvl3pPr>
              <a:defRPr sz="2175" b="1">
                <a:solidFill>
                  <a:srgbClr val="176153"/>
                </a:solidFill>
                <a:latin typeface="Arial"/>
                <a:ea typeface="Arial"/>
                <a:cs typeface="Arial"/>
              </a:defRPr>
            </a:lvl3pPr>
            <a:lvl4pPr>
              <a:defRPr sz="2175" b="1">
                <a:solidFill>
                  <a:srgbClr val="176153"/>
                </a:solidFill>
                <a:latin typeface="Arial"/>
                <a:ea typeface="Arial"/>
                <a:cs typeface="Arial"/>
              </a:defRPr>
            </a:lvl4pPr>
            <a:lvl5pPr>
              <a:defRPr sz="2175" b="1">
                <a:solidFill>
                  <a:srgbClr val="176153"/>
                </a:solidFill>
                <a:latin typeface="Arial"/>
                <a:ea typeface="Arial"/>
                <a:cs typeface="Arial"/>
              </a:defRPr>
            </a:lvl5pPr>
            <a:lvl6pPr>
              <a:defRPr sz="2175" b="1">
                <a:solidFill>
                  <a:srgbClr val="176153"/>
                </a:solidFill>
                <a:latin typeface="Arial"/>
                <a:ea typeface="Arial"/>
                <a:cs typeface="Arial"/>
              </a:defRPr>
            </a:lvl6pPr>
            <a:lvl7pPr>
              <a:defRPr sz="2175" b="1">
                <a:solidFill>
                  <a:srgbClr val="176153"/>
                </a:solidFill>
                <a:latin typeface="Arial"/>
                <a:ea typeface="Arial"/>
                <a:cs typeface="Arial"/>
              </a:defRPr>
            </a:lvl7pPr>
            <a:lvl8pPr>
              <a:defRPr sz="2175" b="1">
                <a:solidFill>
                  <a:srgbClr val="176153"/>
                </a:solidFill>
                <a:latin typeface="Arial"/>
                <a:ea typeface="Arial"/>
                <a:cs typeface="Arial"/>
              </a:defRPr>
            </a:lvl8pPr>
            <a:lvl9pPr>
              <a:defRPr sz="2175" b="1">
                <a:solidFill>
                  <a:srgbClr val="176153"/>
                </a:solidFill>
                <a:latin typeface="Arial"/>
                <a:ea typeface="Arial"/>
                <a:cs typeface="Arial"/>
              </a:defRPr>
            </a:lvl9pPr>
          </a:lstStyle>
          <a:p xmlns:a="http://schemas.openxmlformats.org/drawingml/2006/main">
            <a:pPr>
              <a:defRPr sz="2175" b="1">
                <a:solidFill>
                  <a:srgbClr val="176153"/>
                </a:solidFill>
                <a:latin typeface="Arial"/>
                <a:ea typeface="Arial"/>
                <a:cs typeface="Arial"/>
              </a:defRPr>
            </a:pPr>
            <a:r>
              <a:rPr sz="2175" b="1">
                <a:solidFill>
                  <a:srgbClr val="176153"/>
                </a:solidFill>
                <a:latin typeface="Arial"/>
                <a:ea typeface="Arial"/>
                <a:cs typeface="Arial"/>
              </a:rPr>
              <a:t>Node.js + tsx + Codex</a:t>
            </a:r>
          </a:p>
        </p:txBody>
      </p:sp>
      <p:sp>
        <p:nvSpPr>
          <p:cNvPr id="11" name="">
            <a:extLst xmlns:a="http://schemas.openxmlformats.org/drawingml/2006/main">
              <a:ext uri="{FF2B5EF4-FFF2-40B4-BE49-F238E27FC236}">
                <a16:creationId xmlns:a16="http://schemas.microsoft.com/office/drawing/2014/main" id="{2D105AA5-1389-44EC-87D2-39BE7D2E0374}"/>
              </a:ext>
            </a:extLst>
          </p:cNvPr>
          <p:cNvSpPr>
            <a:spLocks xmlns:a="http://schemas.openxmlformats.org/drawingml/2006/main" noGrp="1"/>
          </p:cNvSpPr>
          <p:nvPr/>
        </p:nvSpPr>
        <p:spPr>
          <a:xfrm xmlns:a="http://schemas.openxmlformats.org/drawingml/2006/main">
            <a:off x="609600" y="555307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03C"/>
                </a:solidFill>
                <a:latin typeface="Arial"/>
                <a:ea typeface="Arial"/>
                <a:cs typeface="Arial"/>
              </a:defRPr>
            </a:defPPr>
            <a:lvl1pPr>
              <a:defRPr sz="2025" b="0">
                <a:solidFill>
                  <a:srgbClr val="16303C"/>
                </a:solidFill>
                <a:latin typeface="Arial"/>
                <a:ea typeface="Arial"/>
                <a:cs typeface="Arial"/>
              </a:defRPr>
            </a:lvl1pPr>
            <a:lvl2pPr>
              <a:defRPr sz="2025" b="0">
                <a:solidFill>
                  <a:srgbClr val="16303C"/>
                </a:solidFill>
                <a:latin typeface="Arial"/>
                <a:ea typeface="Arial"/>
                <a:cs typeface="Arial"/>
              </a:defRPr>
            </a:lvl2pPr>
            <a:lvl3pPr>
              <a:defRPr sz="2025" b="0">
                <a:solidFill>
                  <a:srgbClr val="16303C"/>
                </a:solidFill>
                <a:latin typeface="Arial"/>
                <a:ea typeface="Arial"/>
                <a:cs typeface="Arial"/>
              </a:defRPr>
            </a:lvl3pPr>
            <a:lvl4pPr>
              <a:defRPr sz="2025" b="0">
                <a:solidFill>
                  <a:srgbClr val="16303C"/>
                </a:solidFill>
                <a:latin typeface="Arial"/>
                <a:ea typeface="Arial"/>
                <a:cs typeface="Arial"/>
              </a:defRPr>
            </a:lvl4pPr>
            <a:lvl5pPr>
              <a:defRPr sz="2025" b="0">
                <a:solidFill>
                  <a:srgbClr val="16303C"/>
                </a:solidFill>
                <a:latin typeface="Arial"/>
                <a:ea typeface="Arial"/>
                <a:cs typeface="Arial"/>
              </a:defRPr>
            </a:lvl5pPr>
            <a:lvl6pPr>
              <a:defRPr sz="2025" b="0">
                <a:solidFill>
                  <a:srgbClr val="16303C"/>
                </a:solidFill>
                <a:latin typeface="Arial"/>
                <a:ea typeface="Arial"/>
                <a:cs typeface="Arial"/>
              </a:defRPr>
            </a:lvl6pPr>
            <a:lvl7pPr>
              <a:defRPr sz="2025" b="0">
                <a:solidFill>
                  <a:srgbClr val="16303C"/>
                </a:solidFill>
                <a:latin typeface="Arial"/>
                <a:ea typeface="Arial"/>
                <a:cs typeface="Arial"/>
              </a:defRPr>
            </a:lvl7pPr>
            <a:lvl8pPr>
              <a:defRPr sz="2025" b="0">
                <a:solidFill>
                  <a:srgbClr val="16303C"/>
                </a:solidFill>
                <a:latin typeface="Arial"/>
                <a:ea typeface="Arial"/>
                <a:cs typeface="Arial"/>
              </a:defRPr>
            </a:lvl8pPr>
            <a:lvl9pPr>
              <a:defRPr sz="2025" b="0">
                <a:solidFill>
                  <a:srgbClr val="16303C"/>
                </a:solidFill>
                <a:latin typeface="Arial"/>
                <a:ea typeface="Arial"/>
                <a:cs typeface="Arial"/>
              </a:defRPr>
            </a:lvl9pPr>
          </a:lstStyle>
          <a:p xmlns:a="http://schemas.openxmlformats.org/drawingml/2006/main">
            <a:pPr>
              <a:defRPr sz="2025" b="0">
                <a:solidFill>
                  <a:srgbClr val="16303C"/>
                </a:solidFill>
                <a:latin typeface="Arial"/>
                <a:ea typeface="Arial"/>
                <a:cs typeface="Arial"/>
              </a:defRPr>
            </a:pPr>
            <a:r>
              <a:rPr sz="2025" b="0">
                <a:solidFill>
                  <a:srgbClr val="16303C"/>
                </a:solidFill>
                <a:latin typeface="Arial"/>
                <a:ea typeface="Arial"/>
                <a:cs typeface="Arial"/>
              </a:rPr>
              <a:t>Application, bounded validator loop, UI, tests and CI.</a:t>
            </a:r>
          </a:p>
        </p:txBody>
      </p:sp>
    </p:spTree>
    <p:extLst>
      <p:ext uri="{BB962C8B-B14F-4D97-AF65-F5344CB8AC3E}">
        <p14:creationId xmlns:p14="http://schemas.microsoft.com/office/powerpoint/2010/main" val="949698024"/>
      </p:ext>
    </p:extLst>
  </p:cSld>
</p:sld>
</file>

<file path=ppt/slides/slide8.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879EB8D-AC2F-4A4F-987D-A1377AA192E4}"/>
              </a:ext>
            </a:extLst>
          </p:cNvPr>
          <p:cNvSpPr>
            <a:spLocks xmlns:a="http://schemas.openxmlformats.org/drawingml/2006/main" noGrp="1"/>
          </p:cNvSpPr>
          <p:nvPr/>
        </p:nvSpPr>
        <p:spPr>
          <a:xfrm xmlns:a="http://schemas.openxmlformats.org/drawingml/2006/main">
            <a:off x="609600" y="4286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03C"/>
                </a:solidFill>
                <a:latin typeface="Arial"/>
                <a:ea typeface="Arial"/>
                <a:cs typeface="Arial"/>
              </a:defRPr>
            </a:defPPr>
            <a:lvl1pPr>
              <a:defRPr sz="3300" b="1">
                <a:solidFill>
                  <a:srgbClr val="16303C"/>
                </a:solidFill>
                <a:latin typeface="Arial"/>
                <a:ea typeface="Arial"/>
                <a:cs typeface="Arial"/>
              </a:defRPr>
            </a:lvl1pPr>
            <a:lvl2pPr>
              <a:defRPr sz="3300" b="1">
                <a:solidFill>
                  <a:srgbClr val="16303C"/>
                </a:solidFill>
                <a:latin typeface="Arial"/>
                <a:ea typeface="Arial"/>
                <a:cs typeface="Arial"/>
              </a:defRPr>
            </a:lvl2pPr>
            <a:lvl3pPr>
              <a:defRPr sz="3300" b="1">
                <a:solidFill>
                  <a:srgbClr val="16303C"/>
                </a:solidFill>
                <a:latin typeface="Arial"/>
                <a:ea typeface="Arial"/>
                <a:cs typeface="Arial"/>
              </a:defRPr>
            </a:lvl3pPr>
            <a:lvl4pPr>
              <a:defRPr sz="3300" b="1">
                <a:solidFill>
                  <a:srgbClr val="16303C"/>
                </a:solidFill>
                <a:latin typeface="Arial"/>
                <a:ea typeface="Arial"/>
                <a:cs typeface="Arial"/>
              </a:defRPr>
            </a:lvl4pPr>
            <a:lvl5pPr>
              <a:defRPr sz="3300" b="1">
                <a:solidFill>
                  <a:srgbClr val="16303C"/>
                </a:solidFill>
                <a:latin typeface="Arial"/>
                <a:ea typeface="Arial"/>
                <a:cs typeface="Arial"/>
              </a:defRPr>
            </a:lvl5pPr>
            <a:lvl6pPr>
              <a:defRPr sz="3300" b="1">
                <a:solidFill>
                  <a:srgbClr val="16303C"/>
                </a:solidFill>
                <a:latin typeface="Arial"/>
                <a:ea typeface="Arial"/>
                <a:cs typeface="Arial"/>
              </a:defRPr>
            </a:lvl6pPr>
            <a:lvl7pPr>
              <a:defRPr sz="3300" b="1">
                <a:solidFill>
                  <a:srgbClr val="16303C"/>
                </a:solidFill>
                <a:latin typeface="Arial"/>
                <a:ea typeface="Arial"/>
                <a:cs typeface="Arial"/>
              </a:defRPr>
            </a:lvl7pPr>
            <a:lvl8pPr>
              <a:defRPr sz="3300" b="1">
                <a:solidFill>
                  <a:srgbClr val="16303C"/>
                </a:solidFill>
                <a:latin typeface="Arial"/>
                <a:ea typeface="Arial"/>
                <a:cs typeface="Arial"/>
              </a:defRPr>
            </a:lvl8pPr>
            <a:lvl9pPr>
              <a:defRPr sz="3300" b="1">
                <a:solidFill>
                  <a:srgbClr val="16303C"/>
                </a:solidFill>
                <a:latin typeface="Arial"/>
                <a:ea typeface="Arial"/>
                <a:cs typeface="Arial"/>
              </a:defRPr>
            </a:lvl9pPr>
          </a:lstStyle>
          <a:p xmlns:a="http://schemas.openxmlformats.org/drawingml/2006/main">
            <a:pPr>
              <a:defRPr sz="3300" b="1">
                <a:solidFill>
                  <a:srgbClr val="16303C"/>
                </a:solidFill>
                <a:latin typeface="Arial"/>
                <a:ea typeface="Arial"/>
                <a:cs typeface="Arial"/>
              </a:defRPr>
            </a:pPr>
            <a:r>
              <a:rPr sz="3300" b="1">
                <a:solidFill>
                  <a:srgbClr val="16303C"/>
                </a:solidFill>
                <a:latin typeface="Arial"/>
                <a:ea typeface="Arial"/>
                <a:cs typeface="Arial"/>
              </a:rPr>
              <a:t>Next steps and reproduction</a:t>
            </a:r>
          </a:p>
        </p:txBody>
      </p:sp>
      <p:sp>
        <p:nvSpPr>
          <p:cNvPr id="2" name="">
            <a:extLst xmlns:a="http://schemas.openxmlformats.org/drawingml/2006/main">
              <a:ext uri="{FF2B5EF4-FFF2-40B4-BE49-F238E27FC236}">
                <a16:creationId xmlns:a16="http://schemas.microsoft.com/office/drawing/2014/main" id="{A74AF99D-ABE4-498D-858F-8CB12C72EE94}"/>
              </a:ext>
            </a:extLst>
          </p:cNvPr>
          <p:cNvSpPr>
            <a:spLocks xmlns:a="http://schemas.openxmlformats.org/drawingml/2006/main" noGrp="1"/>
          </p:cNvSpPr>
          <p:nvPr/>
        </p:nvSpPr>
        <p:spPr>
          <a:xfrm xmlns:a="http://schemas.openxmlformats.org/drawingml/2006/main">
            <a:off x="609600" y="1571625"/>
            <a:ext cx="10810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6303C"/>
                </a:solidFill>
                <a:latin typeface="Arial"/>
                <a:ea typeface="Arial"/>
                <a:cs typeface="Arial"/>
              </a:defRPr>
            </a:defPPr>
            <a:lvl1pPr>
              <a:defRPr sz="2550" b="0">
                <a:solidFill>
                  <a:srgbClr val="16303C"/>
                </a:solidFill>
                <a:latin typeface="Arial"/>
                <a:ea typeface="Arial"/>
                <a:cs typeface="Arial"/>
              </a:defRPr>
            </a:lvl1pPr>
            <a:lvl2pPr>
              <a:defRPr sz="2550" b="0">
                <a:solidFill>
                  <a:srgbClr val="16303C"/>
                </a:solidFill>
                <a:latin typeface="Arial"/>
                <a:ea typeface="Arial"/>
                <a:cs typeface="Arial"/>
              </a:defRPr>
            </a:lvl2pPr>
            <a:lvl3pPr>
              <a:defRPr sz="2550" b="0">
                <a:solidFill>
                  <a:srgbClr val="16303C"/>
                </a:solidFill>
                <a:latin typeface="Arial"/>
                <a:ea typeface="Arial"/>
                <a:cs typeface="Arial"/>
              </a:defRPr>
            </a:lvl3pPr>
            <a:lvl4pPr>
              <a:defRPr sz="2550" b="0">
                <a:solidFill>
                  <a:srgbClr val="16303C"/>
                </a:solidFill>
                <a:latin typeface="Arial"/>
                <a:ea typeface="Arial"/>
                <a:cs typeface="Arial"/>
              </a:defRPr>
            </a:lvl4pPr>
            <a:lvl5pPr>
              <a:defRPr sz="2550" b="0">
                <a:solidFill>
                  <a:srgbClr val="16303C"/>
                </a:solidFill>
                <a:latin typeface="Arial"/>
                <a:ea typeface="Arial"/>
                <a:cs typeface="Arial"/>
              </a:defRPr>
            </a:lvl5pPr>
            <a:lvl6pPr>
              <a:defRPr sz="2550" b="0">
                <a:solidFill>
                  <a:srgbClr val="16303C"/>
                </a:solidFill>
                <a:latin typeface="Arial"/>
                <a:ea typeface="Arial"/>
                <a:cs typeface="Arial"/>
              </a:defRPr>
            </a:lvl6pPr>
            <a:lvl7pPr>
              <a:defRPr sz="2550" b="0">
                <a:solidFill>
                  <a:srgbClr val="16303C"/>
                </a:solidFill>
                <a:latin typeface="Arial"/>
                <a:ea typeface="Arial"/>
                <a:cs typeface="Arial"/>
              </a:defRPr>
            </a:lvl7pPr>
            <a:lvl8pPr>
              <a:defRPr sz="2550" b="0">
                <a:solidFill>
                  <a:srgbClr val="16303C"/>
                </a:solidFill>
                <a:latin typeface="Arial"/>
                <a:ea typeface="Arial"/>
                <a:cs typeface="Arial"/>
              </a:defRPr>
            </a:lvl8pPr>
            <a:lvl9pPr>
              <a:defRPr sz="2550" b="0">
                <a:solidFill>
                  <a:srgbClr val="16303C"/>
                </a:solidFill>
                <a:latin typeface="Arial"/>
                <a:ea typeface="Arial"/>
                <a:cs typeface="Arial"/>
              </a:defRPr>
            </a:lvl9pPr>
          </a:lstStyle>
          <a:p xmlns:a="http://schemas.openxmlformats.org/drawingml/2006/main">
            <a:pPr>
              <a:defRPr sz="2550" b="0">
                <a:solidFill>
                  <a:srgbClr val="16303C"/>
                </a:solidFill>
                <a:latin typeface="Arial"/>
                <a:ea typeface="Arial"/>
                <a:cs typeface="Arial"/>
              </a:defRPr>
            </a:pPr>
            <a:r>
              <a:rPr sz="2550" b="0">
                <a:solidFill>
                  <a:srgbClr val="16303C"/>
                </a:solidFill>
                <a:latin typeface="Arial"/>
                <a:ea typeface="Arial"/>
                <a:cs typeface="Arial"/>
              </a:rPr>
              <a:t>Next: licensed real call datasets, multilingual rule coverage,</a:t>
            </a:r>
          </a:p>
          <a:p xmlns:a="http://schemas.openxmlformats.org/drawingml/2006/main">
            <a:pPr>
              <a:defRPr sz="2550" b="0">
                <a:solidFill>
                  <a:srgbClr val="16303C"/>
                </a:solidFill>
                <a:latin typeface="Arial"/>
                <a:ea typeface="Arial"/>
                <a:cs typeface="Arial"/>
              </a:defRPr>
            </a:pPr>
            <a:r>
              <a:rPr sz="2550" b="0">
                <a:solidFill>
                  <a:srgbClr val="16303C"/>
                </a:solidFill>
                <a:latin typeface="Arial"/>
                <a:ea typeface="Arial"/>
                <a:cs typeface="Arial"/>
              </a:rPr>
              <a:t>measured reviewer feedback and durable multi-user storage.</a:t>
            </a:r>
          </a:p>
        </p:txBody>
      </p:sp>
      <p:sp>
        <p:nvSpPr>
          <p:cNvPr id="3" name="">
            <a:extLst xmlns:a="http://schemas.openxmlformats.org/drawingml/2006/main">
              <a:ext uri="{FF2B5EF4-FFF2-40B4-BE49-F238E27FC236}">
                <a16:creationId xmlns:a16="http://schemas.microsoft.com/office/drawing/2014/main" id="{449EC96E-118D-4A16-A122-CD926145E835}"/>
              </a:ext>
            </a:extLst>
          </p:cNvPr>
          <p:cNvSpPr>
            <a:spLocks xmlns:a="http://schemas.openxmlformats.org/drawingml/2006/main" noGrp="1"/>
          </p:cNvSpPr>
          <p:nvPr/>
        </p:nvSpPr>
        <p:spPr>
          <a:xfrm xmlns:a="http://schemas.openxmlformats.org/drawingml/2006/main">
            <a:off x="609600" y="3381375"/>
            <a:ext cx="10810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6153"/>
                </a:solidFill>
                <a:latin typeface="Arial"/>
                <a:ea typeface="Arial"/>
                <a:cs typeface="Arial"/>
              </a:defRPr>
            </a:defPPr>
            <a:lvl1pPr>
              <a:defRPr sz="2250" b="1">
                <a:solidFill>
                  <a:srgbClr val="176153"/>
                </a:solidFill>
                <a:latin typeface="Arial"/>
                <a:ea typeface="Arial"/>
                <a:cs typeface="Arial"/>
              </a:defRPr>
            </a:lvl1pPr>
            <a:lvl2pPr>
              <a:defRPr sz="2250" b="1">
                <a:solidFill>
                  <a:srgbClr val="176153"/>
                </a:solidFill>
                <a:latin typeface="Arial"/>
                <a:ea typeface="Arial"/>
                <a:cs typeface="Arial"/>
              </a:defRPr>
            </a:lvl2pPr>
            <a:lvl3pPr>
              <a:defRPr sz="2250" b="1">
                <a:solidFill>
                  <a:srgbClr val="176153"/>
                </a:solidFill>
                <a:latin typeface="Arial"/>
                <a:ea typeface="Arial"/>
                <a:cs typeface="Arial"/>
              </a:defRPr>
            </a:lvl3pPr>
            <a:lvl4pPr>
              <a:defRPr sz="2250" b="1">
                <a:solidFill>
                  <a:srgbClr val="176153"/>
                </a:solidFill>
                <a:latin typeface="Arial"/>
                <a:ea typeface="Arial"/>
                <a:cs typeface="Arial"/>
              </a:defRPr>
            </a:lvl4pPr>
            <a:lvl5pPr>
              <a:defRPr sz="2250" b="1">
                <a:solidFill>
                  <a:srgbClr val="176153"/>
                </a:solidFill>
                <a:latin typeface="Arial"/>
                <a:ea typeface="Arial"/>
                <a:cs typeface="Arial"/>
              </a:defRPr>
            </a:lvl5pPr>
            <a:lvl6pPr>
              <a:defRPr sz="2250" b="1">
                <a:solidFill>
                  <a:srgbClr val="176153"/>
                </a:solidFill>
                <a:latin typeface="Arial"/>
                <a:ea typeface="Arial"/>
                <a:cs typeface="Arial"/>
              </a:defRPr>
            </a:lvl6pPr>
            <a:lvl7pPr>
              <a:defRPr sz="2250" b="1">
                <a:solidFill>
                  <a:srgbClr val="176153"/>
                </a:solidFill>
                <a:latin typeface="Arial"/>
                <a:ea typeface="Arial"/>
                <a:cs typeface="Arial"/>
              </a:defRPr>
            </a:lvl7pPr>
            <a:lvl8pPr>
              <a:defRPr sz="2250" b="1">
                <a:solidFill>
                  <a:srgbClr val="176153"/>
                </a:solidFill>
                <a:latin typeface="Arial"/>
                <a:ea typeface="Arial"/>
                <a:cs typeface="Arial"/>
              </a:defRPr>
            </a:lvl8pPr>
            <a:lvl9pPr>
              <a:defRPr sz="2250" b="1">
                <a:solidFill>
                  <a:srgbClr val="176153"/>
                </a:solidFill>
                <a:latin typeface="Arial"/>
                <a:ea typeface="Arial"/>
                <a:cs typeface="Arial"/>
              </a:defRPr>
            </a:lvl9pPr>
          </a:lstStyle>
          <a:p xmlns:a="http://schemas.openxmlformats.org/drawingml/2006/main">
            <a:pPr>
              <a:defRPr sz="2250" b="1">
                <a:solidFill>
                  <a:srgbClr val="176153"/>
                </a:solidFill>
                <a:latin typeface="Arial"/>
                <a:ea typeface="Arial"/>
                <a:cs typeface="Arial"/>
              </a:defRPr>
            </a:pPr>
            <a:r>
              <a:rPr sz="2250" b="1">
                <a:solidFill>
                  <a:srgbClr val="176153"/>
                </a:solidFill>
                <a:latin typeface="Arial"/>
                <a:ea typeface="Arial"/>
                <a:cs typeface="Arial"/>
              </a:rPr>
              <a:t>Run the sample: npm ci → npm test → npm run demo</a:t>
            </a:r>
          </a:p>
          <a:p xmlns:a="http://schemas.openxmlformats.org/drawingml/2006/main">
            <a:pPr>
              <a:defRPr sz="2250" b="1">
                <a:solidFill>
                  <a:srgbClr val="176153"/>
                </a:solidFill>
                <a:latin typeface="Arial"/>
                <a:ea typeface="Arial"/>
                <a:cs typeface="Arial"/>
              </a:defRPr>
            </a:pPr>
            <a:r>
              <a:rPr sz="2250" b="1">
                <a:solidFill>
                  <a:srgbClr val="176153"/>
                </a:solidFill>
                <a:latin typeface="Arial"/>
                <a:ea typeface="Arial"/>
                <a:cs typeface="Arial"/>
              </a:rPr>
              <a:t>Run privately: configure services → preflight → live:accept</a:t>
            </a:r>
          </a:p>
        </p:txBody>
      </p:sp>
      <p:sp>
        <p:nvSpPr>
          <p:cNvPr id="4" name="">
            <a:extLst xmlns:a="http://schemas.openxmlformats.org/drawingml/2006/main">
              <a:ext uri="{FF2B5EF4-FFF2-40B4-BE49-F238E27FC236}">
                <a16:creationId xmlns:a16="http://schemas.microsoft.com/office/drawing/2014/main" id="{0FDBABAF-70BC-4E7E-A7AF-9C835D09B96D}"/>
              </a:ext>
            </a:extLst>
          </p:cNvPr>
          <p:cNvSpPr>
            <a:spLocks xmlns:a="http://schemas.openxmlformats.org/drawingml/2006/main" noGrp="1"/>
          </p:cNvSpPr>
          <p:nvPr/>
        </p:nvSpPr>
        <p:spPr>
          <a:xfrm xmlns:a="http://schemas.openxmlformats.org/drawingml/2006/main">
            <a:off x="609600" y="5048250"/>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6303C"/>
                </a:solidFill>
                <a:latin typeface="Arial"/>
                <a:ea typeface="Arial"/>
                <a:cs typeface="Arial"/>
              </a:defRPr>
            </a:defPPr>
            <a:lvl1pPr>
              <a:defRPr sz="2400" b="0">
                <a:solidFill>
                  <a:srgbClr val="16303C"/>
                </a:solidFill>
                <a:latin typeface="Arial"/>
                <a:ea typeface="Arial"/>
                <a:cs typeface="Arial"/>
              </a:defRPr>
            </a:lvl1pPr>
            <a:lvl2pPr>
              <a:defRPr sz="2400" b="0">
                <a:solidFill>
                  <a:srgbClr val="16303C"/>
                </a:solidFill>
                <a:latin typeface="Arial"/>
                <a:ea typeface="Arial"/>
                <a:cs typeface="Arial"/>
              </a:defRPr>
            </a:lvl2pPr>
            <a:lvl3pPr>
              <a:defRPr sz="2400" b="0">
                <a:solidFill>
                  <a:srgbClr val="16303C"/>
                </a:solidFill>
                <a:latin typeface="Arial"/>
                <a:ea typeface="Arial"/>
                <a:cs typeface="Arial"/>
              </a:defRPr>
            </a:lvl3pPr>
            <a:lvl4pPr>
              <a:defRPr sz="2400" b="0">
                <a:solidFill>
                  <a:srgbClr val="16303C"/>
                </a:solidFill>
                <a:latin typeface="Arial"/>
                <a:ea typeface="Arial"/>
                <a:cs typeface="Arial"/>
              </a:defRPr>
            </a:lvl4pPr>
            <a:lvl5pPr>
              <a:defRPr sz="2400" b="0">
                <a:solidFill>
                  <a:srgbClr val="16303C"/>
                </a:solidFill>
                <a:latin typeface="Arial"/>
                <a:ea typeface="Arial"/>
                <a:cs typeface="Arial"/>
              </a:defRPr>
            </a:lvl5pPr>
            <a:lvl6pPr>
              <a:defRPr sz="2400" b="0">
                <a:solidFill>
                  <a:srgbClr val="16303C"/>
                </a:solidFill>
                <a:latin typeface="Arial"/>
                <a:ea typeface="Arial"/>
                <a:cs typeface="Arial"/>
              </a:defRPr>
            </a:lvl6pPr>
            <a:lvl7pPr>
              <a:defRPr sz="2400" b="0">
                <a:solidFill>
                  <a:srgbClr val="16303C"/>
                </a:solidFill>
                <a:latin typeface="Arial"/>
                <a:ea typeface="Arial"/>
                <a:cs typeface="Arial"/>
              </a:defRPr>
            </a:lvl7pPr>
            <a:lvl8pPr>
              <a:defRPr sz="2400" b="0">
                <a:solidFill>
                  <a:srgbClr val="16303C"/>
                </a:solidFill>
                <a:latin typeface="Arial"/>
                <a:ea typeface="Arial"/>
                <a:cs typeface="Arial"/>
              </a:defRPr>
            </a:lvl8pPr>
            <a:lvl9pPr>
              <a:defRPr sz="2400" b="0">
                <a:solidFill>
                  <a:srgbClr val="16303C"/>
                </a:solidFill>
                <a:latin typeface="Arial"/>
                <a:ea typeface="Arial"/>
                <a:cs typeface="Arial"/>
              </a:defRPr>
            </a:lvl9pPr>
          </a:lstStyle>
          <a:p xmlns:a="http://schemas.openxmlformats.org/drawingml/2006/main">
            <a:pPr>
              <a:defRPr sz="2400" b="0">
                <a:solidFill>
                  <a:srgbClr val="16303C"/>
                </a:solidFill>
                <a:latin typeface="Arial"/>
                <a:ea typeface="Arial"/>
                <a:cs typeface="Arial"/>
              </a:defRPr>
            </a:pPr>
            <a:r>
              <a:rPr sz="2400" b="0">
                <a:solidFill>
                  <a:srgbClr val="16303C"/>
                </a:solidFill>
                <a:latin typeface="Arial"/>
                <a:ea typeface="Arial"/>
                <a:cs typeface="Arial"/>
              </a:rPr>
              <a:t>github.com/Agnuxo1/evidence-change-sentinel</a:t>
            </a:r>
          </a:p>
        </p:txBody>
      </p:sp>
      <p:sp>
        <p:nvSpPr>
          <p:cNvPr id="5" name="">
            <a:extLst xmlns:a="http://schemas.openxmlformats.org/drawingml/2006/main">
              <a:ext uri="{FF2B5EF4-FFF2-40B4-BE49-F238E27FC236}">
                <a16:creationId xmlns:a16="http://schemas.microsoft.com/office/drawing/2014/main" id="{F757A84A-1914-45E1-BB86-59459E8585D0}"/>
              </a:ext>
            </a:extLst>
          </p:cNvPr>
          <p:cNvSpPr>
            <a:spLocks xmlns:a="http://schemas.openxmlformats.org/drawingml/2006/main" noGrp="1"/>
          </p:cNvSpPr>
          <p:nvPr/>
        </p:nvSpPr>
        <p:spPr>
          <a:xfrm xmlns:a="http://schemas.openxmlformats.org/drawingml/2006/main">
            <a:off x="609600" y="5943600"/>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D7269"/>
                </a:solidFill>
                <a:latin typeface="Arial"/>
                <a:ea typeface="Arial"/>
                <a:cs typeface="Arial"/>
              </a:defRPr>
            </a:defPPr>
            <a:lvl1pPr>
              <a:defRPr sz="1800" b="0">
                <a:solidFill>
                  <a:srgbClr val="5D7269"/>
                </a:solidFill>
                <a:latin typeface="Arial"/>
                <a:ea typeface="Arial"/>
                <a:cs typeface="Arial"/>
              </a:defRPr>
            </a:lvl1pPr>
            <a:lvl2pPr>
              <a:defRPr sz="1800" b="0">
                <a:solidFill>
                  <a:srgbClr val="5D7269"/>
                </a:solidFill>
                <a:latin typeface="Arial"/>
                <a:ea typeface="Arial"/>
                <a:cs typeface="Arial"/>
              </a:defRPr>
            </a:lvl2pPr>
            <a:lvl3pPr>
              <a:defRPr sz="1800" b="0">
                <a:solidFill>
                  <a:srgbClr val="5D7269"/>
                </a:solidFill>
                <a:latin typeface="Arial"/>
                <a:ea typeface="Arial"/>
                <a:cs typeface="Arial"/>
              </a:defRPr>
            </a:lvl3pPr>
            <a:lvl4pPr>
              <a:defRPr sz="1800" b="0">
                <a:solidFill>
                  <a:srgbClr val="5D7269"/>
                </a:solidFill>
                <a:latin typeface="Arial"/>
                <a:ea typeface="Arial"/>
                <a:cs typeface="Arial"/>
              </a:defRPr>
            </a:lvl4pPr>
            <a:lvl5pPr>
              <a:defRPr sz="1800" b="0">
                <a:solidFill>
                  <a:srgbClr val="5D7269"/>
                </a:solidFill>
                <a:latin typeface="Arial"/>
                <a:ea typeface="Arial"/>
                <a:cs typeface="Arial"/>
              </a:defRPr>
            </a:lvl5pPr>
            <a:lvl6pPr>
              <a:defRPr sz="1800" b="0">
                <a:solidFill>
                  <a:srgbClr val="5D7269"/>
                </a:solidFill>
                <a:latin typeface="Arial"/>
                <a:ea typeface="Arial"/>
                <a:cs typeface="Arial"/>
              </a:defRPr>
            </a:lvl6pPr>
            <a:lvl7pPr>
              <a:defRPr sz="1800" b="0">
                <a:solidFill>
                  <a:srgbClr val="5D7269"/>
                </a:solidFill>
                <a:latin typeface="Arial"/>
                <a:ea typeface="Arial"/>
                <a:cs typeface="Arial"/>
              </a:defRPr>
            </a:lvl7pPr>
            <a:lvl8pPr>
              <a:defRPr sz="1800" b="0">
                <a:solidFill>
                  <a:srgbClr val="5D7269"/>
                </a:solidFill>
                <a:latin typeface="Arial"/>
                <a:ea typeface="Arial"/>
                <a:cs typeface="Arial"/>
              </a:defRPr>
            </a:lvl8pPr>
            <a:lvl9pPr>
              <a:defRPr sz="1800" b="0">
                <a:solidFill>
                  <a:srgbClr val="5D7269"/>
                </a:solidFill>
                <a:latin typeface="Arial"/>
                <a:ea typeface="Arial"/>
                <a:cs typeface="Arial"/>
              </a:defRPr>
            </a:lvl9pPr>
          </a:lstStyle>
          <a:p xmlns:a="http://schemas.openxmlformats.org/drawingml/2006/main">
            <a:pPr>
              <a:defRPr sz="1800" b="0">
                <a:solidFill>
                  <a:srgbClr val="5D7269"/>
                </a:solidFill>
                <a:latin typeface="Arial"/>
                <a:ea typeface="Arial"/>
                <a:cs typeface="Arial"/>
              </a:defRPr>
            </a:pPr>
            <a:r>
              <a:rPr sz="1800" b="0">
                <a:solidFill>
                  <a:srgbClr val="5D7269"/>
                </a:solidFill>
                <a:latin typeface="Arial"/>
                <a:ea typeface="Arial"/>
                <a:cs typeface="Arial"/>
              </a:rPr>
              <a:t>Research review tool. A person makes any official eligibility decision.</a:t>
            </a:r>
          </a:p>
        </p:txBody>
      </p:sp>
    </p:spTree>
    <p:extLst>
      <p:ext uri="{BB962C8B-B14F-4D97-AF65-F5344CB8AC3E}">
        <p14:creationId xmlns:p14="http://schemas.microsoft.com/office/powerpoint/2010/main" val="8841964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2026-10-23T02:43:51.8910000Z</dcterms:created>
  <dcterms:modified xsi:type="dcterms:W3CDTF">2026-10-23T02:43:51.8910000Z</dcterms:modified>
</coreProperties>
</file>