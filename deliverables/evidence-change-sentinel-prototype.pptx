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c7ff6c6f8f4155" /><Relationship Type="http://schemas.openxmlformats.org/officeDocument/2006/relationships/extended-properties" Target="/docProps/app.xml" Id="R74554752064e43df" /><Relationship Type="http://schemas.openxmlformats.org/officeDocument/2006/relationships/officeDocument" Target="/ppt/presentation.xml" Id="Rc83637aafddb48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da2e0763c46be"/>
  </p:sldMasterIdLst>
  <p:notesMasterIdLst>
    <p:notesMasterId xmlns:r="http://schemas.openxmlformats.org/officeDocument/2006/relationships" r:id="Ra72d66fef6124aae"/>
  </p:notesMasterIdLst>
  <p:sldIdLst>
    <p:sldId xmlns:r="http://schemas.openxmlformats.org/officeDocument/2006/relationships" id="256" r:id="R9706ab0949cd4723"/>
    <p:sldId xmlns:r="http://schemas.openxmlformats.org/officeDocument/2006/relationships" id="257" r:id="R8df3b4fb6de44b8d"/>
    <p:sldId xmlns:r="http://schemas.openxmlformats.org/officeDocument/2006/relationships" id="258" r:id="Rd39973bf488b4cdf"/>
    <p:sldId xmlns:r="http://schemas.openxmlformats.org/officeDocument/2006/relationships" id="259" r:id="R8286d76de5bc4f56"/>
    <p:sldId xmlns:r="http://schemas.openxmlformats.org/officeDocument/2006/relationships" id="260" r:id="R907b22d956814c26"/>
    <p:sldId xmlns:r="http://schemas.openxmlformats.org/officeDocument/2006/relationships" id="261" r:id="Rda827e10b69748a3"/>
    <p:sldId xmlns:r="http://schemas.openxmlformats.org/officeDocument/2006/relationships" id="262" r:id="R7e8582afcee44110"/>
    <p:sldId xmlns:r="http://schemas.openxmlformats.org/officeDocument/2006/relationships" id="263" r:id="R5e8c103807ab43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3047d7a9f344f3" /><Relationship Type="http://schemas.openxmlformats.org/officeDocument/2006/relationships/slideMaster" Target="/ppt/slideMasters/slideMaster1.xml" Id="Rc6dda2e0763c46be" /><Relationship Type="http://schemas.openxmlformats.org/officeDocument/2006/relationships/notesMaster" Target="/ppt/notesMasters/notesMaster1.xml" Id="Ra72d66fef6124aae" /><Relationship Type="http://schemas.openxmlformats.org/officeDocument/2006/relationships/presProps" Target="/ppt/presProps.xml" Id="R79fcdfb41c004cbe" /><Relationship Type="http://schemas.openxmlformats.org/officeDocument/2006/relationships/tableStyles" Target="/ppt/tableStyles.xml" Id="R48ca37f151074a29" /><Relationship Type="http://schemas.openxmlformats.org/officeDocument/2006/relationships/slide" Target="/ppt/slides/slide1.xml" Id="R9706ab0949cd4723" /><Relationship Type="http://schemas.openxmlformats.org/officeDocument/2006/relationships/slide" Target="/ppt/slides/slide2.xml" Id="R8df3b4fb6de44b8d" /><Relationship Type="http://schemas.openxmlformats.org/officeDocument/2006/relationships/slide" Target="/ppt/slides/slide3.xml" Id="Rd39973bf488b4cdf" /><Relationship Type="http://schemas.openxmlformats.org/officeDocument/2006/relationships/slide" Target="/ppt/slides/slide4.xml" Id="R8286d76de5bc4f56" /><Relationship Type="http://schemas.openxmlformats.org/officeDocument/2006/relationships/slide" Target="/ppt/slides/slide5.xml" Id="R907b22d956814c26" /><Relationship Type="http://schemas.openxmlformats.org/officeDocument/2006/relationships/slide" Target="/ppt/slides/slide6.xml" Id="Rda827e10b69748a3" /><Relationship Type="http://schemas.openxmlformats.org/officeDocument/2006/relationships/slide" Target="/ppt/slides/slide7.xml" Id="R7e8582afcee44110" /><Relationship Type="http://schemas.openxmlformats.org/officeDocument/2006/relationships/slide" Target="/ppt/slides/slide8.xml" Id="R5e8c103807ab43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d9e6ee79c42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0683bce33a4e30" /><Relationship Type="http://schemas.openxmlformats.org/officeDocument/2006/relationships/notesMaster" Target="/ppt/notesMasters/notesMaster1.xml" Id="R0877cedf97084a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317ec0279f4e27" /><Relationship Type="http://schemas.openxmlformats.org/officeDocument/2006/relationships/notesMaster" Target="/ppt/notesMasters/notesMaster1.xml" Id="Ra43a71ed2c3c4a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97fdbd47d4426d" /><Relationship Type="http://schemas.openxmlformats.org/officeDocument/2006/relationships/notesMaster" Target="/ppt/notesMasters/notesMaster1.xml" Id="Rfb0e5289931f43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ab0fb234ab4983" /><Relationship Type="http://schemas.openxmlformats.org/officeDocument/2006/relationships/notesMaster" Target="/ppt/notesMasters/notesMaster1.xml" Id="R330f7827f22c45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a5294c2f044a3c" /><Relationship Type="http://schemas.openxmlformats.org/officeDocument/2006/relationships/notesMaster" Target="/ppt/notesMasters/notesMaster1.xml" Id="R4b7c265e15074d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9aabd23456403c" /><Relationship Type="http://schemas.openxmlformats.org/officeDocument/2006/relationships/notesMaster" Target="/ppt/notesMasters/notesMaster1.xml" Id="R5fbf4387e74d43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e717e687de4da2" /><Relationship Type="http://schemas.openxmlformats.org/officeDocument/2006/relationships/notesMaster" Target="/ppt/notesMasters/notesMaster1.xml" Id="R58df016171304d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d5778dfbae4b6a" /><Relationship Type="http://schemas.openxmlformats.org/officeDocument/2006/relationships/notesMaster" Target="/ppt/notesMasters/notesMaster1.xml" Id="Rb98dcb3ad0d8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app/core.mjs, app/adapters.mjs, tests/, evidence/evaluation.json and evidence/preflight.json. Snapshot 22 October 2026. Official event: https://hackathon.genai.works/event/open-agent-hackathon-2026. Sponsor engine: https://github.com/Meterless/Meterless commit 1742dec56a66e58eef9dda2d2b865823758ca8cd. No live integrations or prize eligibility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app/core.mjs, app/adapters.mjs, tests/, evidence/evaluation.json and evidence/preflight.json. Snapshot 22 October 2026. Official event: https://hackathon.genai.works/event/open-agent-hackathon-2026. Sponsor engine: https://github.com/Meterless/Meterless commit 1742dec56a66e58eef9dda2d2b865823758ca8cd. No live integrations or prize eligibility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app/core.mjs, app/adapters.mjs, tests/, evidence/evaluation.json and evidence/preflight.json. Snapshot 22 October 2026. Official event: https://hackathon.genai.works/event/open-agent-hackathon-2026. Sponsor engine: https://github.com/Meterless/Meterless commit 1742dec56a66e58eef9dda2d2b865823758ca8cd. No live integrations or prize eligibility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app/core.mjs, app/adapters.mjs, tests/, evidence/evaluation.json and evidence/preflight.json. Snapshot 22 October 2026. Official event: https://hackathon.genai.works/event/open-agent-hackathon-2026. Sponsor engine: https://github.com/Meterless/Meterless commit 1742dec56a66e58eef9dda2d2b865823758ca8cd. No live integrations or prize eligibility claimed. Product image is an actual local browser run with synthetic example_1.json.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app/core.mjs, app/adapters.mjs, tests/, evidence/evaluation.json and evidence/preflight.json. Snapshot 22 October 2026. Official event: https://hackathon.genai.works/event/open-agent-hackathon-2026. Sponsor engine: https://github.com/Meterless/Meterless commit 1742dec56a66e58eef9dda2d2b865823758ca8cd. No live integrations or prize eligibility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app/core.mjs, app/adapters.mjs, tests/, evidence/evaluation.json and evidence/preflight.json. Snapshot 22 October 2026. Official event: https://hackathon.genai.works/event/open-agent-hackathon-2026. Sponsor engine: https://github.com/Meterless/Meterless commit 1742dec56a66e58eef9dda2d2b865823758ca8cd. No live integrations or prize eligibility claimed. Meterless provider contract: https://meterless.ai/engines.html; Zetaris REST shape from official Participant Setup Guide, updated 21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app/core.mjs, app/adapters.mjs, tests/, evidence/evaluation.json and evidence/preflight.json. Snapshot 22 October 2026. Official event: https://hackathon.genai.works/event/open-agent-hackathon-2026. Sponsor engine: https://github.com/Meterless/Meterless commit 1742dec56a66e58eef9dda2d2b865823758ca8cd. No live integrations or prize eligibility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app/core.mjs, app/adapters.mjs, tests/, evidence/evaluation.json and evidence/preflight.json. Snapshot 22 October 2026. Official event: https://hackathon.genai.works/event/open-agent-hackathon-2026. Sponsor engine: https://github.com/Meterless/Meterless commit 1742dec56a66e58eef9dda2d2b865823758ca8cd. No live integrations or prize eligibility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0712fd1474b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fd2aaee8f44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e62fe26fa4f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727bec05e42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ff05a017747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0ca3a0da848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7F5064-BA3B-4737-9F33-E52D65204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69D754-261F-492A-A05E-6AA35F651F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54DE23-B3BE-450E-9235-949C1F790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B0BE2A-F600-4DB2-B7BC-3AC06D1865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2C0B94-9996-46B4-95AA-B9C0BD4AF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E70705-237A-447F-AF5B-D616BAEBD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23FBC0-3700-4EFF-AA3C-CD121B466F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222DFC-F19A-4878-AF73-632D3305D9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739F58-F257-4673-B9CA-E7617ECC3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42CCC9-5840-4924-A116-F4F9CE41B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83d0955b104bea" /><Relationship Type="http://schemas.openxmlformats.org/officeDocument/2006/relationships/slideLayout" Target="/ppt/slideLayouts/slideLayout1.xml" Id="R6374bbb47ce04043" /><Relationship Type="http://schemas.openxmlformats.org/officeDocument/2006/relationships/slideLayout" Target="/ppt/slideLayouts/slideLayout2.xml" Id="Re7fe683885524a9e" /><Relationship Type="http://schemas.openxmlformats.org/officeDocument/2006/relationships/slideLayout" Target="/ppt/slideLayouts/slideLayout3.xml" Id="R8de8e23d11f34063" /><Relationship Type="http://schemas.openxmlformats.org/officeDocument/2006/relationships/slideLayout" Target="/ppt/slideLayouts/slideLayout4.xml" Id="R3f6b0f531b8b42dd" /><Relationship Type="http://schemas.openxmlformats.org/officeDocument/2006/relationships/slideLayout" Target="/ppt/slideLayouts/slideLayout5.xml" Id="Rcdfc0107618044ef" /><Relationship Type="http://schemas.openxmlformats.org/officeDocument/2006/relationships/slideLayout" Target="/ppt/slideLayouts/slideLayout6.xml" Id="R725a2bff6b9f4d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74bbb47ce04043"/>
    <p:sldLayoutId xmlns:r="http://schemas.openxmlformats.org/officeDocument/2006/relationships" id="2147483650" r:id="Re7fe683885524a9e"/>
    <p:sldLayoutId xmlns:r="http://schemas.openxmlformats.org/officeDocument/2006/relationships" id="2147483651" r:id="R8de8e23d11f34063"/>
    <p:sldLayoutId xmlns:r="http://schemas.openxmlformats.org/officeDocument/2006/relationships" id="2147483652" r:id="R3f6b0f531b8b42dd"/>
    <p:sldLayoutId xmlns:r="http://schemas.openxmlformats.org/officeDocument/2006/relationships" id="2147483653" r:id="Rcdfc0107618044ef"/>
    <p:sldLayoutId xmlns:r="http://schemas.openxmlformats.org/officeDocument/2006/relationships" id="2147483654" r:id="R725a2bff6b9f4d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0f5bc3a1f44b1" /><Relationship Type="http://schemas.openxmlformats.org/officeDocument/2006/relationships/notesSlide" Target="/ppt/notesSlides/notesSlide1.xml" Id="Ra6092ff9449f4f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13b608fbca43c5" /><Relationship Type="http://schemas.openxmlformats.org/officeDocument/2006/relationships/notesSlide" Target="/ppt/notesSlides/notesSlide2.xml" Id="R813d3f1a620e40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34899f50749a9" /><Relationship Type="http://schemas.openxmlformats.org/officeDocument/2006/relationships/notesSlide" Target="/ppt/notesSlides/notesSlide3.xml" Id="R46b2d9cccf9c48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0ec412f014e2b" /><Relationship Type="http://schemas.openxmlformats.org/officeDocument/2006/relationships/image" Target="/ppt/media/image.jpeg" Id="R857cecf9007144db" /><Relationship Type="http://schemas.openxmlformats.org/officeDocument/2006/relationships/notesSlide" Target="/ppt/notesSlides/notesSlide4.xml" Id="R6fabfc1968dc43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964324ccd4d65" /><Relationship Type="http://schemas.openxmlformats.org/officeDocument/2006/relationships/notesSlide" Target="/ppt/notesSlides/notesSlide5.xml" Id="R2d503902a7bf45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f80a3fea64bde" /><Relationship Type="http://schemas.openxmlformats.org/officeDocument/2006/relationships/notesSlide" Target="/ppt/notesSlides/notesSlide6.xml" Id="R0fc48798b9cc4a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5e12d13284b98" /><Relationship Type="http://schemas.openxmlformats.org/officeDocument/2006/relationships/notesSlide" Target="/ppt/notesSlides/notesSlide7.xml" Id="R3f8467e9d5e545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0c48c5a204e2d" /><Relationship Type="http://schemas.openxmlformats.org/officeDocument/2006/relationships/notesSlide" Target="/ppt/notesSlides/notesSlide8.xml" Id="Ra6c526002f5f4a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0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844A4-5651-462D-839B-CB29D9C4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Change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498C6-4532-4118-A852-9759E1A8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9E6D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9E6DF"/>
                </a:solidFill>
                <a:latin typeface="Arial"/>
                <a:ea typeface="Arial"/>
                <a:cs typeface="Arial"/>
              </a:rPr>
              <a:t>Review funding-call changes with evidence you can inspect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BFA92-F20C-4049-A43D-5434A324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1D59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1D594"/>
                </a:solidFill>
                <a:latin typeface="Arial"/>
                <a:ea typeface="Arial"/>
                <a:cs typeface="Arial"/>
              </a:rPr>
              <a:t>Offline prototype • synthetic data •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10831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E018A-2096-45C6-AE3D-B6CAAF80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03C"/>
                </a:solidFill>
                <a:latin typeface="Arial"/>
                <a:ea typeface="Arial"/>
                <a:cs typeface="Arial"/>
              </a:rPr>
              <a:t>A changed call can invalidate an old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610FB-D3FF-4401-B6E1-249AFF6B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Intended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760FD-5F4E-4FFD-97CD-691663E9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A funding-call reviewer who must revisit decisions after a call or notice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211B3-3F34-4F1C-AE05-ABE76A9D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The review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441C1-B798-4DB6-8D0F-0CB0B36E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Find the changed requirement, inspect its source, keep the unaffected work and identify what needs a person’s judgment.</a:t>
            </a:r>
          </a:p>
        </p:txBody>
      </p:sp>
    </p:spTree>
    <p:extLst>
      <p:ext uri="{BB962C8B-B14F-4D97-AF65-F5344CB8AC3E}">
        <p14:creationId xmlns:p14="http://schemas.microsoft.com/office/powerpoint/2010/main" val="322500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46134-6CA7-45C8-8B63-B0D18E94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03C"/>
                </a:solidFill>
                <a:latin typeface="Arial"/>
                <a:ea typeface="Arial"/>
                <a:cs typeface="Arial"/>
              </a:rPr>
              <a:t>Evidence and review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85AEA-B9D7-407C-91D6-E4A27817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1  Read versioned passages from the call and notices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E54F3-7BF9-45FC-B53F-E65DE3D5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2  Find changed evidence and applicant 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6CF80-9278-41E4-A334-A4521463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3  Propose a rule, then validate its quote and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479CB-B4A9-44A7-A0C1-7DE75FE1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4  Request one repair; abstain if it remains unsupported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20060-526C-4951-813B-32559CAA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5  Preserve unaffected results and record provenance in H-MEM</a:t>
            </a:r>
          </a:p>
        </p:txBody>
      </p:sp>
    </p:spTree>
    <p:extLst>
      <p:ext uri="{BB962C8B-B14F-4D97-AF65-F5344CB8AC3E}">
        <p14:creationId xmlns:p14="http://schemas.microsoft.com/office/powerpoint/2010/main" val="1666710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C9D94-D3FD-4D35-8207-C0F2386E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03C"/>
                </a:solidFill>
                <a:latin typeface="Arial"/>
                <a:ea typeface="Arial"/>
                <a:cs typeface="Arial"/>
              </a:rPr>
              <a:t>One changed criterion; two assessments preserved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C453-BD5C-45F0-890E-CD8B5F6F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6153"/>
                </a:solidFill>
                <a:latin typeface="Arial"/>
                <a:ea typeface="Arial"/>
                <a:cs typeface="Arial"/>
              </a:rPr>
              <a:t>Staff limit: 50 → 20. Fictional applicant: 35 employees.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CF230-3AA0-4324-93D2-154FC9361A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cecf9007144db"/>
          <a:stretch xmlns:a="http://schemas.openxmlformats.org/drawingml/2006/main"/>
        </p:blipFill>
        <p:spPr>
          <a:xfrm xmlns:a="http://schemas.openxmlformats.org/drawingml/2006/main">
            <a:off x="1406810" y="2047875"/>
            <a:ext cx="937837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83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52B98-0900-40DA-BF78-40832A86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03C"/>
                </a:solidFill>
                <a:latin typeface="Arial"/>
                <a:ea typeface="Arial"/>
                <a:cs typeface="Arial"/>
              </a:rPr>
              <a:t>Local evidence, with a narrow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6CCE2-F98F-4898-98A7-5C761D35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24 application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CCD74-8581-4E9A-820F-B2DCF188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Invalid quotations, missing/new clauses, changed facts, repair limits, deadlines and memory reuse.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78BCC-2F9E-4B83-B713-0B5ABD7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03C"/>
                </a:solidFill>
                <a:latin typeface="Arial"/>
                <a:ea typeface="Arial"/>
                <a:cs typeface="Arial"/>
              </a:rPr>
              <a:t>13 H-MEM conformance checks · 55 synthetic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90F85-F42D-4BB6-A1B3-7B674929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All pass locally. The synthetic grid checks the explicit grammar and invalidation only; it is not real-world or model-quality accuracy.</a:t>
            </a:r>
          </a:p>
        </p:txBody>
      </p:sp>
    </p:spTree>
    <p:extLst>
      <p:ext uri="{BB962C8B-B14F-4D97-AF65-F5344CB8AC3E}">
        <p14:creationId xmlns:p14="http://schemas.microsoft.com/office/powerpoint/2010/main" val="885561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D54C2-C134-47BF-A23C-199DD51C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03C"/>
                </a:solidFill>
                <a:latin typeface="Arial"/>
                <a:ea typeface="Arial"/>
                <a:cs typeface="Arial"/>
              </a:rPr>
              <a:t>Sponsor technologies: implemented and pending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61FB0-BF86-4A84-9F99-085635E9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Meterless H-MEM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1C36A-ED6D-40F6-99DA-0C75C38B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Working reference integration: provenance, recall,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EB2FE-FDBE-4159-AD01-496F2B35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82A3A-0F94-4FBD-9DED-6285EA87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SQL adapter written; instance and live data view 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42554-CFA3-4BBE-A770-3B801E17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Meterless Nightshift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B26A9-5B42-4686-AA4D-429238EA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242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Provider and revision loop written; live Runtime 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F41A6-93AC-4E0F-ACA7-98D58EF1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Cursor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F1891-13FE-4993-B24C-5857C3B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Interactive development verification pending; Codex assisted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50586-958F-4152-B016-4943A2FD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NVIDIA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FA42A-3D15-4067-ADFD-E5F23837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768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Optional Nemotron route; no actual model run claimed</a:t>
            </a:r>
          </a:p>
        </p:txBody>
      </p:sp>
    </p:spTree>
    <p:extLst>
      <p:ext uri="{BB962C8B-B14F-4D97-AF65-F5344CB8AC3E}">
        <p14:creationId xmlns:p14="http://schemas.microsoft.com/office/powerpoint/2010/main" val="312786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33032-7E7E-4DA3-B747-DA4F8C91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03C"/>
                </a:solidFill>
                <a:latin typeface="Arial"/>
                <a:ea typeface="Arial"/>
                <a:cs typeface="Arial"/>
              </a:rPr>
              <a:t>Technical contribution and operating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F5B64-4CD7-4FC9-AFCB-83BE108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2723C-0979-4FCA-AB1A-FD08637B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Exact evidence fingerprints control reuse. A source change invalidates only its mapped assessments. Unsupported additions and missing clauses enter a review queue.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997D5-A4B2-4D38-B3D5-82EBB201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61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153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10FFA-67D0-4515-A0BE-E6D5F4A2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57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Three explicit English rule grammars. Supplied source URLs. Synthetic examples. No automatic funding decision, arbitrary-PDF extraction or certified legal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0308708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BE82E-B490-4782-925B-EAE28F93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03C"/>
                </a:solidFill>
                <a:latin typeface="Arial"/>
                <a:ea typeface="Arial"/>
                <a:cs typeface="Arial"/>
              </a:rPr>
              <a:t>Work needed before the final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8BB18-BEAF-45CF-8C2E-64B0C8D7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• Configure Zetaris and Nightshift with private credentials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447F0-594A-4423-9CA4-98BE0527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• Build the live evidence view and run the complete feature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D7D1A-3D32-4BA5-B6D8-80ACADD6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• Verify the required Cursor workflow and actual provider routing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F827D-35EE-4174-B6FD-B9FAC458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• Replace interim materials with an authenticated 1–4 minute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1C683-1269-434D-B3FF-8693AC3C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0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03C"/>
                </a:solidFill>
                <a:latin typeface="Arial"/>
                <a:ea typeface="Arial"/>
                <a:cs typeface="Arial"/>
              </a:rPr>
              <a:t>• Submit repository, video, deck and truthful sponsor explanation</a:t>
            </a:r>
          </a:p>
        </p:txBody>
      </p:sp>
    </p:spTree>
    <p:extLst>
      <p:ext uri="{BB962C8B-B14F-4D97-AF65-F5344CB8AC3E}">
        <p14:creationId xmlns:p14="http://schemas.microsoft.com/office/powerpoint/2010/main" val="898468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2026-10-22T02:01:00.8240000Z</dcterms:created>
  <dcterms:modified xsi:type="dcterms:W3CDTF">2026-10-22T02:01:00.8250000Z</dcterms:modified>
</coreProperties>
</file>